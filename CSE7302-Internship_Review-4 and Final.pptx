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8"/>
  </p:notesMasterIdLst>
  <p:sldIdLst>
    <p:sldId id="259" r:id="rId2"/>
    <p:sldId id="270" r:id="rId3"/>
    <p:sldId id="261" r:id="rId4"/>
    <p:sldId id="262" r:id="rId5"/>
    <p:sldId id="263" r:id="rId6"/>
    <p:sldId id="264" r:id="rId7"/>
    <p:sldId id="265" r:id="rId8"/>
    <p:sldId id="271" r:id="rId9"/>
    <p:sldId id="286" r:id="rId10"/>
    <p:sldId id="275" r:id="rId11"/>
    <p:sldId id="278" r:id="rId12"/>
    <p:sldId id="279" r:id="rId13"/>
    <p:sldId id="280" r:id="rId14"/>
    <p:sldId id="267" r:id="rId15"/>
    <p:sldId id="268" r:id="rId16"/>
    <p:sldId id="269"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2574" autoAdjust="0"/>
    <p:restoredTop sz="94660"/>
  </p:normalViewPr>
  <p:slideViewPr>
    <p:cSldViewPr snapToGrid="0">
      <p:cViewPr varScale="1">
        <p:scale>
          <a:sx n="55" d="100"/>
          <a:sy n="55" d="100"/>
        </p:scale>
        <p:origin x="64" y="12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ida Fathima P H" userId="e710a13aaa5890fd" providerId="LiveId" clId="{59A81BD8-8BCA-49BF-B801-4AB6E1801771}"/>
    <pc:docChg chg="undo custSel addSld delSld modSld">
      <pc:chgData name="Hida Fathima P H" userId="e710a13aaa5890fd" providerId="LiveId" clId="{59A81BD8-8BCA-49BF-B801-4AB6E1801771}" dt="2026-04-05T15:51:12.547" v="670" actId="478"/>
      <pc:docMkLst>
        <pc:docMk/>
      </pc:docMkLst>
      <pc:sldChg chg="addSp delSp modSp mod">
        <pc:chgData name="Hida Fathima P H" userId="e710a13aaa5890fd" providerId="LiveId" clId="{59A81BD8-8BCA-49BF-B801-4AB6E1801771}" dt="2026-04-05T15:47:55.882" v="662"/>
        <pc:sldMkLst>
          <pc:docMk/>
          <pc:sldMk cId="3066724582" sldId="259"/>
        </pc:sldMkLst>
        <pc:spChg chg="add mod">
          <ac:chgData name="Hida Fathima P H" userId="e710a13aaa5890fd" providerId="LiveId" clId="{59A81BD8-8BCA-49BF-B801-4AB6E1801771}" dt="2026-04-05T14:19:23.432" v="3" actId="1076"/>
          <ac:spMkLst>
            <pc:docMk/>
            <pc:sldMk cId="3066724582" sldId="259"/>
            <ac:spMk id="2" creationId="{7C312FE9-8147-C4AF-2A6E-9935DCF07AB5}"/>
          </ac:spMkLst>
        </pc:spChg>
        <pc:spChg chg="add mod">
          <ac:chgData name="Hida Fathima P H" userId="e710a13aaa5890fd" providerId="LiveId" clId="{59A81BD8-8BCA-49BF-B801-4AB6E1801771}" dt="2026-04-05T14:36:52.195" v="10" actId="1076"/>
          <ac:spMkLst>
            <pc:docMk/>
            <pc:sldMk cId="3066724582" sldId="259"/>
            <ac:spMk id="4" creationId="{5B7F2F99-E809-548A-D377-D99914D94849}"/>
          </ac:spMkLst>
        </pc:spChg>
        <pc:spChg chg="del">
          <ac:chgData name="Hida Fathima P H" userId="e710a13aaa5890fd" providerId="LiveId" clId="{59A81BD8-8BCA-49BF-B801-4AB6E1801771}" dt="2026-04-05T14:36:41.588" v="7" actId="478"/>
          <ac:spMkLst>
            <pc:docMk/>
            <pc:sldMk cId="3066724582" sldId="259"/>
            <ac:spMk id="8" creationId="{00000000-0000-0000-0000-000000000000}"/>
          </ac:spMkLst>
        </pc:spChg>
        <pc:spChg chg="mod">
          <ac:chgData name="Hida Fathima P H" userId="e710a13aaa5890fd" providerId="LiveId" clId="{59A81BD8-8BCA-49BF-B801-4AB6E1801771}" dt="2026-04-05T15:47:55.882" v="662"/>
          <ac:spMkLst>
            <pc:docMk/>
            <pc:sldMk cId="3066724582" sldId="259"/>
            <ac:spMk id="9" creationId="{00000000-0000-0000-0000-000000000000}"/>
          </ac:spMkLst>
        </pc:spChg>
        <pc:spChg chg="del">
          <ac:chgData name="Hida Fathima P H" userId="e710a13aaa5890fd" providerId="LiveId" clId="{59A81BD8-8BCA-49BF-B801-4AB6E1801771}" dt="2026-04-05T14:19:17.223" v="2" actId="478"/>
          <ac:spMkLst>
            <pc:docMk/>
            <pc:sldMk cId="3066724582" sldId="259"/>
            <ac:spMk id="90" creationId="{00000000-0000-0000-0000-000000000000}"/>
          </ac:spMkLst>
        </pc:spChg>
        <pc:graphicFrameChg chg="add mod">
          <ac:chgData name="Hida Fathima P H" userId="e710a13aaa5890fd" providerId="LiveId" clId="{59A81BD8-8BCA-49BF-B801-4AB6E1801771}" dt="2026-04-05T14:20:24.191" v="6" actId="1076"/>
          <ac:graphicFrameMkLst>
            <pc:docMk/>
            <pc:sldMk cId="3066724582" sldId="259"/>
            <ac:graphicFrameMk id="3" creationId="{BA101C82-5FE9-DB42-4F19-E0829EBBFABC}"/>
          </ac:graphicFrameMkLst>
        </pc:graphicFrameChg>
        <pc:graphicFrameChg chg="del">
          <ac:chgData name="Hida Fathima P H" userId="e710a13aaa5890fd" providerId="LiveId" clId="{59A81BD8-8BCA-49BF-B801-4AB6E1801771}" dt="2026-04-05T14:20:19.687" v="4" actId="478"/>
          <ac:graphicFrameMkLst>
            <pc:docMk/>
            <pc:sldMk cId="3066724582" sldId="259"/>
            <ac:graphicFrameMk id="10" creationId="{00000000-0000-0000-0000-000000000000}"/>
          </ac:graphicFrameMkLst>
        </pc:graphicFrameChg>
      </pc:sldChg>
      <pc:sldChg chg="modSp mod">
        <pc:chgData name="Hida Fathima P H" userId="e710a13aaa5890fd" providerId="LiveId" clId="{59A81BD8-8BCA-49BF-B801-4AB6E1801771}" dt="2026-04-05T15:48:15.183" v="664" actId="27636"/>
        <pc:sldMkLst>
          <pc:docMk/>
          <pc:sldMk cId="1558138914" sldId="261"/>
        </pc:sldMkLst>
        <pc:spChg chg="mod">
          <ac:chgData name="Hida Fathima P H" userId="e710a13aaa5890fd" providerId="LiveId" clId="{59A81BD8-8BCA-49BF-B801-4AB6E1801771}" dt="2026-04-05T15:48:15.183" v="664" actId="27636"/>
          <ac:spMkLst>
            <pc:docMk/>
            <pc:sldMk cId="1558138914" sldId="261"/>
            <ac:spMk id="3" creationId="{00000000-0000-0000-0000-000000000000}"/>
          </ac:spMkLst>
        </pc:spChg>
      </pc:sldChg>
      <pc:sldChg chg="modSp mod">
        <pc:chgData name="Hida Fathima P H" userId="e710a13aaa5890fd" providerId="LiveId" clId="{59A81BD8-8BCA-49BF-B801-4AB6E1801771}" dt="2026-04-05T14:55:13.677" v="312" actId="14100"/>
        <pc:sldMkLst>
          <pc:docMk/>
          <pc:sldMk cId="658682123" sldId="262"/>
        </pc:sldMkLst>
        <pc:spChg chg="mod">
          <ac:chgData name="Hida Fathima P H" userId="e710a13aaa5890fd" providerId="LiveId" clId="{59A81BD8-8BCA-49BF-B801-4AB6E1801771}" dt="2026-04-05T14:55:13.677" v="312" actId="14100"/>
          <ac:spMkLst>
            <pc:docMk/>
            <pc:sldMk cId="658682123" sldId="262"/>
            <ac:spMk id="3" creationId="{00000000-0000-0000-0000-000000000000}"/>
          </ac:spMkLst>
        </pc:spChg>
      </pc:sldChg>
      <pc:sldChg chg="modSp mod">
        <pc:chgData name="Hida Fathima P H" userId="e710a13aaa5890fd" providerId="LiveId" clId="{59A81BD8-8BCA-49BF-B801-4AB6E1801771}" dt="2026-04-05T15:48:41.299" v="666" actId="20577"/>
        <pc:sldMkLst>
          <pc:docMk/>
          <pc:sldMk cId="2510696604" sldId="263"/>
        </pc:sldMkLst>
        <pc:spChg chg="mod">
          <ac:chgData name="Hida Fathima P H" userId="e710a13aaa5890fd" providerId="LiveId" clId="{59A81BD8-8BCA-49BF-B801-4AB6E1801771}" dt="2026-04-05T15:48:41.299" v="666" actId="20577"/>
          <ac:spMkLst>
            <pc:docMk/>
            <pc:sldMk cId="2510696604" sldId="263"/>
            <ac:spMk id="3" creationId="{00000000-0000-0000-0000-000000000000}"/>
          </ac:spMkLst>
        </pc:spChg>
      </pc:sldChg>
      <pc:sldChg chg="modSp mod">
        <pc:chgData name="Hida Fathima P H" userId="e710a13aaa5890fd" providerId="LiveId" clId="{59A81BD8-8BCA-49BF-B801-4AB6E1801771}" dt="2026-04-05T15:02:57.308" v="331" actId="14100"/>
        <pc:sldMkLst>
          <pc:docMk/>
          <pc:sldMk cId="1206156993" sldId="264"/>
        </pc:sldMkLst>
        <pc:spChg chg="mod">
          <ac:chgData name="Hida Fathima P H" userId="e710a13aaa5890fd" providerId="LiveId" clId="{59A81BD8-8BCA-49BF-B801-4AB6E1801771}" dt="2026-04-05T15:02:57.308" v="331" actId="14100"/>
          <ac:spMkLst>
            <pc:docMk/>
            <pc:sldMk cId="1206156993" sldId="264"/>
            <ac:spMk id="3" creationId="{00000000-0000-0000-0000-000000000000}"/>
          </ac:spMkLst>
        </pc:spChg>
      </pc:sldChg>
      <pc:sldChg chg="modSp mod">
        <pc:chgData name="Hida Fathima P H" userId="e710a13aaa5890fd" providerId="LiveId" clId="{59A81BD8-8BCA-49BF-B801-4AB6E1801771}" dt="2026-04-05T15:08:25.756" v="345" actId="1076"/>
        <pc:sldMkLst>
          <pc:docMk/>
          <pc:sldMk cId="2516334746" sldId="265"/>
        </pc:sldMkLst>
        <pc:spChg chg="mod">
          <ac:chgData name="Hida Fathima P H" userId="e710a13aaa5890fd" providerId="LiveId" clId="{59A81BD8-8BCA-49BF-B801-4AB6E1801771}" dt="2026-04-05T15:08:25.756" v="345" actId="1076"/>
          <ac:spMkLst>
            <pc:docMk/>
            <pc:sldMk cId="2516334746" sldId="265"/>
            <ac:spMk id="3" creationId="{00000000-0000-0000-0000-000000000000}"/>
          </ac:spMkLst>
        </pc:spChg>
      </pc:sldChg>
      <pc:sldChg chg="modSp mod">
        <pc:chgData name="Hida Fathima P H" userId="e710a13aaa5890fd" providerId="LiveId" clId="{59A81BD8-8BCA-49BF-B801-4AB6E1801771}" dt="2026-04-05T15:29:02.266" v="536" actId="1076"/>
        <pc:sldMkLst>
          <pc:docMk/>
          <pc:sldMk cId="295621377" sldId="267"/>
        </pc:sldMkLst>
        <pc:spChg chg="mod">
          <ac:chgData name="Hida Fathima P H" userId="e710a13aaa5890fd" providerId="LiveId" clId="{59A81BD8-8BCA-49BF-B801-4AB6E1801771}" dt="2026-04-05T15:29:02.266" v="536" actId="1076"/>
          <ac:spMkLst>
            <pc:docMk/>
            <pc:sldMk cId="295621377" sldId="267"/>
            <ac:spMk id="3" creationId="{00000000-0000-0000-0000-000000000000}"/>
          </ac:spMkLst>
        </pc:spChg>
      </pc:sldChg>
      <pc:sldChg chg="addSp delSp modSp mod">
        <pc:chgData name="Hida Fathima P H" userId="e710a13aaa5890fd" providerId="LiveId" clId="{59A81BD8-8BCA-49BF-B801-4AB6E1801771}" dt="2026-04-05T15:12:22.455" v="366" actId="242"/>
        <pc:sldMkLst>
          <pc:docMk/>
          <pc:sldMk cId="972927743" sldId="271"/>
        </pc:sldMkLst>
        <pc:spChg chg="del">
          <ac:chgData name="Hida Fathima P H" userId="e710a13aaa5890fd" providerId="LiveId" clId="{59A81BD8-8BCA-49BF-B801-4AB6E1801771}" dt="2026-04-05T15:09:56.558" v="346" actId="478"/>
          <ac:spMkLst>
            <pc:docMk/>
            <pc:sldMk cId="972927743" sldId="271"/>
            <ac:spMk id="3" creationId="{00000000-0000-0000-0000-000000000000}"/>
          </ac:spMkLst>
        </pc:spChg>
        <pc:graphicFrameChg chg="add mod modGraphic">
          <ac:chgData name="Hida Fathima P H" userId="e710a13aaa5890fd" providerId="LiveId" clId="{59A81BD8-8BCA-49BF-B801-4AB6E1801771}" dt="2026-04-05T15:10:04.336" v="349" actId="14100"/>
          <ac:graphicFrameMkLst>
            <pc:docMk/>
            <pc:sldMk cId="972927743" sldId="271"/>
            <ac:graphicFrameMk id="5" creationId="{E9C9FDD5-29CC-E49E-782D-C782F2E43897}"/>
          </ac:graphicFrameMkLst>
        </pc:graphicFrameChg>
        <pc:graphicFrameChg chg="add del mod modGraphic">
          <ac:chgData name="Hida Fathima P H" userId="e710a13aaa5890fd" providerId="LiveId" clId="{59A81BD8-8BCA-49BF-B801-4AB6E1801771}" dt="2026-04-05T15:12:22.455" v="366" actId="242"/>
          <ac:graphicFrameMkLst>
            <pc:docMk/>
            <pc:sldMk cId="972927743" sldId="271"/>
            <ac:graphicFrameMk id="6" creationId="{EA575914-A681-B8F3-3C72-73B5032B49D2}"/>
          </ac:graphicFrameMkLst>
        </pc:graphicFrameChg>
        <pc:graphicFrameChg chg="add mod">
          <ac:chgData name="Hida Fathima P H" userId="e710a13aaa5890fd" providerId="LiveId" clId="{59A81BD8-8BCA-49BF-B801-4AB6E1801771}" dt="2026-04-05T15:11:19.567" v="357"/>
          <ac:graphicFrameMkLst>
            <pc:docMk/>
            <pc:sldMk cId="972927743" sldId="271"/>
            <ac:graphicFrameMk id="7" creationId="{25B8388D-235B-BDAA-3FE5-CDC9533EBCB0}"/>
          </ac:graphicFrameMkLst>
        </pc:graphicFrameChg>
      </pc:sldChg>
      <pc:sldChg chg="addSp delSp modSp del mod">
        <pc:chgData name="Hida Fathima P H" userId="e710a13aaa5890fd" providerId="LiveId" clId="{59A81BD8-8BCA-49BF-B801-4AB6E1801771}" dt="2026-04-05T15:47:30.027" v="661" actId="47"/>
        <pc:sldMkLst>
          <pc:docMk/>
          <pc:sldMk cId="3552477036" sldId="272"/>
        </pc:sldMkLst>
        <pc:spChg chg="del mod">
          <ac:chgData name="Hida Fathima P H" userId="e710a13aaa5890fd" providerId="LiveId" clId="{59A81BD8-8BCA-49BF-B801-4AB6E1801771}" dt="2026-04-05T15:12:49.882" v="368" actId="478"/>
          <ac:spMkLst>
            <pc:docMk/>
            <pc:sldMk cId="3552477036" sldId="272"/>
            <ac:spMk id="3" creationId="{00000000-0000-0000-0000-000000000000}"/>
          </ac:spMkLst>
        </pc:spChg>
        <pc:spChg chg="add mod">
          <ac:chgData name="Hida Fathima P H" userId="e710a13aaa5890fd" providerId="LiveId" clId="{59A81BD8-8BCA-49BF-B801-4AB6E1801771}" dt="2026-04-05T15:35:33.635" v="634" actId="20577"/>
          <ac:spMkLst>
            <pc:docMk/>
            <pc:sldMk cId="3552477036" sldId="272"/>
            <ac:spMk id="6" creationId="{CE55E4F1-CB8B-E705-3C8D-0831CFDB6526}"/>
          </ac:spMkLst>
        </pc:spChg>
        <pc:spChg chg="add">
          <ac:chgData name="Hida Fathima P H" userId="e710a13aaa5890fd" providerId="LiveId" clId="{59A81BD8-8BCA-49BF-B801-4AB6E1801771}" dt="2026-04-05T15:33:08.677" v="573"/>
          <ac:spMkLst>
            <pc:docMk/>
            <pc:sldMk cId="3552477036" sldId="272"/>
            <ac:spMk id="7" creationId="{D86676DC-2E10-7320-3148-EA203BE1A7FB}"/>
          </ac:spMkLst>
        </pc:spChg>
        <pc:picChg chg="add mod">
          <ac:chgData name="Hida Fathima P H" userId="e710a13aaa5890fd" providerId="LiveId" clId="{59A81BD8-8BCA-49BF-B801-4AB6E1801771}" dt="2026-04-05T15:35:05.450" v="629" actId="1076"/>
          <ac:picMkLst>
            <pc:docMk/>
            <pc:sldMk cId="3552477036" sldId="272"/>
            <ac:picMk id="5" creationId="{8054D9D6-F7BA-C1EB-3A94-6281ED163DD0}"/>
          </ac:picMkLst>
        </pc:picChg>
      </pc:sldChg>
      <pc:sldChg chg="modSp del mod">
        <pc:chgData name="Hida Fathima P H" userId="e710a13aaa5890fd" providerId="LiveId" clId="{59A81BD8-8BCA-49BF-B801-4AB6E1801771}" dt="2026-04-05T15:49:32.535" v="668" actId="47"/>
        <pc:sldMkLst>
          <pc:docMk/>
          <pc:sldMk cId="450598060" sldId="273"/>
        </pc:sldMkLst>
        <pc:spChg chg="mod">
          <ac:chgData name="Hida Fathima P H" userId="e710a13aaa5890fd" providerId="LiveId" clId="{59A81BD8-8BCA-49BF-B801-4AB6E1801771}" dt="2026-04-05T15:14:18.706" v="393" actId="1076"/>
          <ac:spMkLst>
            <pc:docMk/>
            <pc:sldMk cId="450598060" sldId="273"/>
            <ac:spMk id="3" creationId="{00000000-0000-0000-0000-000000000000}"/>
          </ac:spMkLst>
        </pc:spChg>
      </pc:sldChg>
      <pc:sldChg chg="addSp delSp modSp del mod">
        <pc:chgData name="Hida Fathima P H" userId="e710a13aaa5890fd" providerId="LiveId" clId="{59A81BD8-8BCA-49BF-B801-4AB6E1801771}" dt="2026-04-05T15:50:52.312" v="669" actId="47"/>
        <pc:sldMkLst>
          <pc:docMk/>
          <pc:sldMk cId="3128696043" sldId="274"/>
        </pc:sldMkLst>
        <pc:spChg chg="del mod">
          <ac:chgData name="Hida Fathima P H" userId="e710a13aaa5890fd" providerId="LiveId" clId="{59A81BD8-8BCA-49BF-B801-4AB6E1801771}" dt="2026-04-05T15:15:16.164" v="395" actId="478"/>
          <ac:spMkLst>
            <pc:docMk/>
            <pc:sldMk cId="3128696043" sldId="274"/>
            <ac:spMk id="3" creationId="{00000000-0000-0000-0000-000000000000}"/>
          </ac:spMkLst>
        </pc:spChg>
        <pc:spChg chg="add mod">
          <ac:chgData name="Hida Fathima P H" userId="e710a13aaa5890fd" providerId="LiveId" clId="{59A81BD8-8BCA-49BF-B801-4AB6E1801771}" dt="2026-04-05T15:19:16.990" v="433" actId="20577"/>
          <ac:spMkLst>
            <pc:docMk/>
            <pc:sldMk cId="3128696043" sldId="274"/>
            <ac:spMk id="5" creationId="{C27A8630-91AD-2F5A-3D3C-C064219B8472}"/>
          </ac:spMkLst>
        </pc:spChg>
        <pc:spChg chg="add mod">
          <ac:chgData name="Hida Fathima P H" userId="e710a13aaa5890fd" providerId="LiveId" clId="{59A81BD8-8BCA-49BF-B801-4AB6E1801771}" dt="2026-04-05T15:15:24.779" v="398"/>
          <ac:spMkLst>
            <pc:docMk/>
            <pc:sldMk cId="3128696043" sldId="274"/>
            <ac:spMk id="6" creationId="{BB56879F-8663-36B6-92AF-BBE0A1691A86}"/>
          </ac:spMkLst>
        </pc:spChg>
        <pc:spChg chg="add mod">
          <ac:chgData name="Hida Fathima P H" userId="e710a13aaa5890fd" providerId="LiveId" clId="{59A81BD8-8BCA-49BF-B801-4AB6E1801771}" dt="2026-04-05T15:22:00.570" v="470"/>
          <ac:spMkLst>
            <pc:docMk/>
            <pc:sldMk cId="3128696043" sldId="274"/>
            <ac:spMk id="7" creationId="{A4C38F62-A74C-BF08-0030-6124871A730B}"/>
          </ac:spMkLst>
        </pc:spChg>
      </pc:sldChg>
      <pc:sldChg chg="modSp mod">
        <pc:chgData name="Hida Fathima P H" userId="e710a13aaa5890fd" providerId="LiveId" clId="{59A81BD8-8BCA-49BF-B801-4AB6E1801771}" dt="2026-04-05T15:25:29.066" v="493" actId="113"/>
        <pc:sldMkLst>
          <pc:docMk/>
          <pc:sldMk cId="2246652179" sldId="275"/>
        </pc:sldMkLst>
        <pc:spChg chg="mod">
          <ac:chgData name="Hida Fathima P H" userId="e710a13aaa5890fd" providerId="LiveId" clId="{59A81BD8-8BCA-49BF-B801-4AB6E1801771}" dt="2026-04-05T15:25:29.066" v="493" actId="113"/>
          <ac:spMkLst>
            <pc:docMk/>
            <pc:sldMk cId="2246652179" sldId="275"/>
            <ac:spMk id="3" creationId="{00000000-0000-0000-0000-000000000000}"/>
          </ac:spMkLst>
        </pc:spChg>
      </pc:sldChg>
      <pc:sldChg chg="addSp modSp del mod">
        <pc:chgData name="Hida Fathima P H" userId="e710a13aaa5890fd" providerId="LiveId" clId="{59A81BD8-8BCA-49BF-B801-4AB6E1801771}" dt="2026-04-05T15:47:22.499" v="660" actId="47"/>
        <pc:sldMkLst>
          <pc:docMk/>
          <pc:sldMk cId="3365432558" sldId="276"/>
        </pc:sldMkLst>
        <pc:spChg chg="mod">
          <ac:chgData name="Hida Fathima P H" userId="e710a13aaa5890fd" providerId="LiveId" clId="{59A81BD8-8BCA-49BF-B801-4AB6E1801771}" dt="2026-04-05T15:27:10.427" v="518" actId="403"/>
          <ac:spMkLst>
            <pc:docMk/>
            <pc:sldMk cId="3365432558" sldId="276"/>
            <ac:spMk id="3" creationId="{00000000-0000-0000-0000-000000000000}"/>
          </ac:spMkLst>
        </pc:spChg>
        <pc:picChg chg="add mod">
          <ac:chgData name="Hida Fathima P H" userId="e710a13aaa5890fd" providerId="LiveId" clId="{59A81BD8-8BCA-49BF-B801-4AB6E1801771}" dt="2026-04-05T15:26:02.076" v="499" actId="1076"/>
          <ac:picMkLst>
            <pc:docMk/>
            <pc:sldMk cId="3365432558" sldId="276"/>
            <ac:picMk id="5" creationId="{592C0EE3-1313-E89E-410A-50717A2632EE}"/>
          </ac:picMkLst>
        </pc:picChg>
      </pc:sldChg>
      <pc:sldChg chg="addSp modSp del mod">
        <pc:chgData name="Hida Fathima P H" userId="e710a13aaa5890fd" providerId="LiveId" clId="{59A81BD8-8BCA-49BF-B801-4AB6E1801771}" dt="2026-04-05T15:47:20.287" v="659" actId="47"/>
        <pc:sldMkLst>
          <pc:docMk/>
          <pc:sldMk cId="2202617493" sldId="277"/>
        </pc:sldMkLst>
        <pc:spChg chg="mod">
          <ac:chgData name="Hida Fathima P H" userId="e710a13aaa5890fd" providerId="LiveId" clId="{59A81BD8-8BCA-49BF-B801-4AB6E1801771}" dt="2026-04-05T15:28:02.749" v="528" actId="313"/>
          <ac:spMkLst>
            <pc:docMk/>
            <pc:sldMk cId="2202617493" sldId="277"/>
            <ac:spMk id="3" creationId="{00000000-0000-0000-0000-000000000000}"/>
          </ac:spMkLst>
        </pc:spChg>
        <pc:picChg chg="add mod">
          <ac:chgData name="Hida Fathima P H" userId="e710a13aaa5890fd" providerId="LiveId" clId="{59A81BD8-8BCA-49BF-B801-4AB6E1801771}" dt="2026-04-05T15:27:50.826" v="526" actId="1076"/>
          <ac:picMkLst>
            <pc:docMk/>
            <pc:sldMk cId="2202617493" sldId="277"/>
            <ac:picMk id="5" creationId="{E45C018E-88B5-71B9-8B5C-78843B77BA1C}"/>
          </ac:picMkLst>
        </pc:picChg>
      </pc:sldChg>
      <pc:sldChg chg="addSp delSp modSp mod">
        <pc:chgData name="Hida Fathima P H" userId="e710a13aaa5890fd" providerId="LiveId" clId="{59A81BD8-8BCA-49BF-B801-4AB6E1801771}" dt="2026-04-05T15:51:12.547" v="670" actId="478"/>
        <pc:sldMkLst>
          <pc:docMk/>
          <pc:sldMk cId="2508051153" sldId="278"/>
        </pc:sldMkLst>
        <pc:spChg chg="del">
          <ac:chgData name="Hida Fathima P H" userId="e710a13aaa5890fd" providerId="LiveId" clId="{59A81BD8-8BCA-49BF-B801-4AB6E1801771}" dt="2026-04-05T15:29:09.909" v="537" actId="478"/>
          <ac:spMkLst>
            <pc:docMk/>
            <pc:sldMk cId="2508051153" sldId="278"/>
            <ac:spMk id="3" creationId="{00000000-0000-0000-0000-000000000000}"/>
          </ac:spMkLst>
        </pc:spChg>
        <pc:spChg chg="add mod">
          <ac:chgData name="Hida Fathima P H" userId="e710a13aaa5890fd" providerId="LiveId" clId="{59A81BD8-8BCA-49BF-B801-4AB6E1801771}" dt="2026-04-05T15:31:04.048" v="559" actId="1076"/>
          <ac:spMkLst>
            <pc:docMk/>
            <pc:sldMk cId="2508051153" sldId="278"/>
            <ac:spMk id="8" creationId="{C32A3881-274B-4522-4C10-CE90886EF1D6}"/>
          </ac:spMkLst>
        </pc:spChg>
        <pc:picChg chg="add del mod">
          <ac:chgData name="Hida Fathima P H" userId="e710a13aaa5890fd" providerId="LiveId" clId="{59A81BD8-8BCA-49BF-B801-4AB6E1801771}" dt="2026-04-05T15:51:12.547" v="670" actId="478"/>
          <ac:picMkLst>
            <pc:docMk/>
            <pc:sldMk cId="2508051153" sldId="278"/>
            <ac:picMk id="5" creationId="{31998207-70F4-6F0F-ED45-D9EF35E1A463}"/>
          </ac:picMkLst>
        </pc:picChg>
        <pc:picChg chg="add mod">
          <ac:chgData name="Hida Fathima P H" userId="e710a13aaa5890fd" providerId="LiveId" clId="{59A81BD8-8BCA-49BF-B801-4AB6E1801771}" dt="2026-04-05T15:30:31.039" v="541"/>
          <ac:picMkLst>
            <pc:docMk/>
            <pc:sldMk cId="2508051153" sldId="278"/>
            <ac:picMk id="6" creationId="{31998207-70F4-6F0F-ED45-D9EF35E1A463}"/>
          </ac:picMkLst>
        </pc:picChg>
      </pc:sldChg>
      <pc:sldChg chg="modSp mod">
        <pc:chgData name="Hida Fathima P H" userId="e710a13aaa5890fd" providerId="LiveId" clId="{59A81BD8-8BCA-49BF-B801-4AB6E1801771}" dt="2026-04-05T15:32:38.713" v="569" actId="242"/>
        <pc:sldMkLst>
          <pc:docMk/>
          <pc:sldMk cId="1072399034" sldId="279"/>
        </pc:sldMkLst>
        <pc:spChg chg="mod">
          <ac:chgData name="Hida Fathima P H" userId="e710a13aaa5890fd" providerId="LiveId" clId="{59A81BD8-8BCA-49BF-B801-4AB6E1801771}" dt="2026-04-05T15:32:38.713" v="569" actId="242"/>
          <ac:spMkLst>
            <pc:docMk/>
            <pc:sldMk cId="1072399034" sldId="279"/>
            <ac:spMk id="3" creationId="{00000000-0000-0000-0000-000000000000}"/>
          </ac:spMkLst>
        </pc:spChg>
      </pc:sldChg>
      <pc:sldChg chg="modSp mod">
        <pc:chgData name="Hida Fathima P H" userId="e710a13aaa5890fd" providerId="LiveId" clId="{59A81BD8-8BCA-49BF-B801-4AB6E1801771}" dt="2026-04-05T15:43:38.787" v="658"/>
        <pc:sldMkLst>
          <pc:docMk/>
          <pc:sldMk cId="2349398676" sldId="280"/>
        </pc:sldMkLst>
        <pc:spChg chg="mod">
          <ac:chgData name="Hida Fathima P H" userId="e710a13aaa5890fd" providerId="LiveId" clId="{59A81BD8-8BCA-49BF-B801-4AB6E1801771}" dt="2026-04-05T15:43:38.787" v="658"/>
          <ac:spMkLst>
            <pc:docMk/>
            <pc:sldMk cId="2349398676" sldId="280"/>
            <ac:spMk id="3" creationId="{00000000-0000-0000-0000-000000000000}"/>
          </ac:spMkLst>
        </pc:spChg>
      </pc:sldChg>
      <pc:sldChg chg="addSp delSp modSp add del mod">
        <pc:chgData name="Hida Fathima P H" userId="e710a13aaa5890fd" providerId="LiveId" clId="{59A81BD8-8BCA-49BF-B801-4AB6E1801771}" dt="2026-04-05T15:48:27.097" v="665" actId="47"/>
        <pc:sldMkLst>
          <pc:docMk/>
          <pc:sldMk cId="2404677706" sldId="281"/>
        </pc:sldMkLst>
        <pc:spChg chg="del">
          <ac:chgData name="Hida Fathima P H" userId="e710a13aaa5890fd" providerId="LiveId" clId="{59A81BD8-8BCA-49BF-B801-4AB6E1801771}" dt="2026-04-05T14:49:39.176" v="94" actId="478"/>
          <ac:spMkLst>
            <pc:docMk/>
            <pc:sldMk cId="2404677706" sldId="281"/>
            <ac:spMk id="2" creationId="{079A66F7-373D-AAB2-3CD2-697353BCBD99}"/>
          </ac:spMkLst>
        </pc:spChg>
        <pc:spChg chg="mod">
          <ac:chgData name="Hida Fathima P H" userId="e710a13aaa5890fd" providerId="LiveId" clId="{59A81BD8-8BCA-49BF-B801-4AB6E1801771}" dt="2026-04-05T14:50:15.427" v="119" actId="1035"/>
          <ac:spMkLst>
            <pc:docMk/>
            <pc:sldMk cId="2404677706" sldId="281"/>
            <ac:spMk id="3" creationId="{0DBA60E8-8468-28DE-DBE3-CE2E8F4CFA93}"/>
          </ac:spMkLst>
        </pc:spChg>
        <pc:spChg chg="add del mod">
          <ac:chgData name="Hida Fathima P H" userId="e710a13aaa5890fd" providerId="LiveId" clId="{59A81BD8-8BCA-49BF-B801-4AB6E1801771}" dt="2026-04-05T14:49:42.536" v="95" actId="478"/>
          <ac:spMkLst>
            <pc:docMk/>
            <pc:sldMk cId="2404677706" sldId="281"/>
            <ac:spMk id="6" creationId="{CDDE1EEF-8329-D856-4152-3B32DD0B2F41}"/>
          </ac:spMkLst>
        </pc:spChg>
      </pc:sldChg>
      <pc:sldChg chg="add">
        <pc:chgData name="Hida Fathima P H" userId="e710a13aaa5890fd" providerId="LiveId" clId="{59A81BD8-8BCA-49BF-B801-4AB6E1801771}" dt="2026-04-05T15:49:10.007" v="667"/>
        <pc:sldMkLst>
          <pc:docMk/>
          <pc:sldMk cId="4154056919" sldId="286"/>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48B91F7-0A31-4809-8E31-54F32ACD1E72}" type="datetimeFigureOut">
              <a:rPr lang="en-GB" smtClean="0"/>
              <a:t>05/04/2026</a:t>
            </a:fld>
            <a:endParaRPr lang="en-GB"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D5A70FC-228F-4487-8E14-68CAD584041B}" type="slidenum">
              <a:rPr lang="en-GB" smtClean="0"/>
              <a:t>‹#›</a:t>
            </a:fld>
            <a:endParaRPr lang="en-GB" dirty="0"/>
          </a:p>
        </p:txBody>
      </p:sp>
    </p:spTree>
    <p:extLst>
      <p:ext uri="{BB962C8B-B14F-4D97-AF65-F5344CB8AC3E}">
        <p14:creationId xmlns:p14="http://schemas.microsoft.com/office/powerpoint/2010/main" val="30764507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5" name="Google Shape;8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98155653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44563461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FEB448-544F-1163-CF6D-D801EF6DABD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52240B45-37FF-28D2-69C1-D8842A0F2E6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AA61B0F3-96B9-62B2-E1C5-4D3D4823B899}"/>
              </a:ext>
            </a:extLst>
          </p:cNvPr>
          <p:cNvSpPr>
            <a:spLocks noGrp="1"/>
          </p:cNvSpPr>
          <p:nvPr>
            <p:ph type="dt" sz="half" idx="10"/>
          </p:nvPr>
        </p:nvSpPr>
        <p:spPr/>
        <p:txBody>
          <a:bodyPr/>
          <a:lstStyle/>
          <a:p>
            <a:fld id="{1F66083A-C1B7-4B46-82C5-289BB6E6D5A4}" type="datetime1">
              <a:rPr lang="en-IN" smtClean="0"/>
              <a:t>05-04-2026</a:t>
            </a:fld>
            <a:endParaRPr lang="en-IN" dirty="0"/>
          </a:p>
        </p:txBody>
      </p:sp>
      <p:sp>
        <p:nvSpPr>
          <p:cNvPr id="5" name="Footer Placeholder 4">
            <a:extLst>
              <a:ext uri="{FF2B5EF4-FFF2-40B4-BE49-F238E27FC236}">
                <a16:creationId xmlns:a16="http://schemas.microsoft.com/office/drawing/2014/main" id="{15DB3F67-E836-5AA2-B32D-A0C3A9333090}"/>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A11EEA5E-DC19-ABCD-6267-C545BA777197}"/>
              </a:ext>
            </a:extLst>
          </p:cNvPr>
          <p:cNvSpPr>
            <a:spLocks noGrp="1"/>
          </p:cNvSpPr>
          <p:nvPr>
            <p:ph type="sldNum" sz="quarter" idx="12"/>
          </p:nvPr>
        </p:nvSpPr>
        <p:spPr/>
        <p:txBody>
          <a:bodyPr/>
          <a:lstStyle/>
          <a:p>
            <a:fld id="{F32F6845-8F47-4AB8-B9CE-96D88E741707}" type="slidenum">
              <a:rPr lang="en-IN" smtClean="0"/>
              <a:t>‹#›</a:t>
            </a:fld>
            <a:endParaRPr lang="en-IN" dirty="0"/>
          </a:p>
        </p:txBody>
      </p:sp>
    </p:spTree>
    <p:extLst>
      <p:ext uri="{BB962C8B-B14F-4D97-AF65-F5344CB8AC3E}">
        <p14:creationId xmlns:p14="http://schemas.microsoft.com/office/powerpoint/2010/main" val="18694729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050CDE-F21A-AC1C-7DD9-906370B0FA03}"/>
              </a:ext>
            </a:extLst>
          </p:cNvPr>
          <p:cNvSpPr>
            <a:spLocks noGrp="1"/>
          </p:cNvSpPr>
          <p:nvPr>
            <p:ph type="title"/>
          </p:nvPr>
        </p:nvSpPr>
        <p:spPr/>
        <p:txBody>
          <a:bodyPr/>
          <a:lstStyle/>
          <a:p>
            <a:r>
              <a:rPr lang="en-US" dirty="0"/>
              <a:t>Click to edit Master title style</a:t>
            </a:r>
            <a:endParaRPr lang="en-IN" dirty="0"/>
          </a:p>
        </p:txBody>
      </p:sp>
      <p:sp>
        <p:nvSpPr>
          <p:cNvPr id="3" name="Content Placeholder 2">
            <a:extLst>
              <a:ext uri="{FF2B5EF4-FFF2-40B4-BE49-F238E27FC236}">
                <a16:creationId xmlns:a16="http://schemas.microsoft.com/office/drawing/2014/main" id="{A4139EE0-A89B-B238-94A4-DB32BBD14E29}"/>
              </a:ext>
            </a:extLst>
          </p:cNvPr>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4" name="Date Placeholder 3">
            <a:extLst>
              <a:ext uri="{FF2B5EF4-FFF2-40B4-BE49-F238E27FC236}">
                <a16:creationId xmlns:a16="http://schemas.microsoft.com/office/drawing/2014/main" id="{B6BAB674-71DE-8BA7-9D0E-C99F6B3C0FBD}"/>
              </a:ext>
            </a:extLst>
          </p:cNvPr>
          <p:cNvSpPr>
            <a:spLocks noGrp="1"/>
          </p:cNvSpPr>
          <p:nvPr>
            <p:ph type="dt" sz="half" idx="10"/>
          </p:nvPr>
        </p:nvSpPr>
        <p:spPr>
          <a:xfrm>
            <a:off x="838200" y="6356350"/>
            <a:ext cx="1009650" cy="365125"/>
          </a:xfrm>
          <a:noFill/>
        </p:spPr>
        <p:txBody>
          <a:bodyPr/>
          <a:lstStyle>
            <a:lvl1pPr>
              <a:defRPr>
                <a:solidFill>
                  <a:schemeClr val="bg1"/>
                </a:solidFill>
              </a:defRPr>
            </a:lvl1pPr>
          </a:lstStyle>
          <a:p>
            <a:fld id="{864BFFB7-4443-4602-A990-B076C1CFE86C}" type="datetime1">
              <a:rPr lang="en-IN" smtClean="0"/>
              <a:pPr/>
              <a:t>05-04-2026</a:t>
            </a:fld>
            <a:endParaRPr lang="en-IN" dirty="0"/>
          </a:p>
        </p:txBody>
      </p:sp>
      <p:sp>
        <p:nvSpPr>
          <p:cNvPr id="5" name="Footer Placeholder 4">
            <a:extLst>
              <a:ext uri="{FF2B5EF4-FFF2-40B4-BE49-F238E27FC236}">
                <a16:creationId xmlns:a16="http://schemas.microsoft.com/office/drawing/2014/main" id="{8B72554B-0ACB-E334-5BBE-7A83BFE374FE}"/>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D3F062A5-E36B-5C05-6C36-F8372F2C1694}"/>
              </a:ext>
            </a:extLst>
          </p:cNvPr>
          <p:cNvSpPr>
            <a:spLocks noGrp="1"/>
          </p:cNvSpPr>
          <p:nvPr>
            <p:ph type="sldNum" sz="quarter" idx="12"/>
          </p:nvPr>
        </p:nvSpPr>
        <p:spPr>
          <a:noFill/>
        </p:spPr>
        <p:txBody>
          <a:bodyPr/>
          <a:lstStyle>
            <a:lvl1pPr>
              <a:defRPr>
                <a:solidFill>
                  <a:schemeClr val="bg1"/>
                </a:solidFill>
              </a:defRPr>
            </a:lvl1pPr>
          </a:lstStyle>
          <a:p>
            <a:fld id="{F32F6845-8F47-4AB8-B9CE-96D88E741707}" type="slidenum">
              <a:rPr lang="en-IN" smtClean="0"/>
              <a:pPr/>
              <a:t>‹#›</a:t>
            </a:fld>
            <a:endParaRPr lang="en-IN" dirty="0"/>
          </a:p>
        </p:txBody>
      </p:sp>
    </p:spTree>
    <p:extLst>
      <p:ext uri="{BB962C8B-B14F-4D97-AF65-F5344CB8AC3E}">
        <p14:creationId xmlns:p14="http://schemas.microsoft.com/office/powerpoint/2010/main" val="18905508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22CC90-B089-5E25-D480-B40D5123BFB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9E671185-327E-E435-EB8B-F143CAF78D5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7ADDF86-F686-ACE8-6852-5CEADD9A2870}"/>
              </a:ext>
            </a:extLst>
          </p:cNvPr>
          <p:cNvSpPr>
            <a:spLocks noGrp="1"/>
          </p:cNvSpPr>
          <p:nvPr>
            <p:ph type="dt" sz="half" idx="10"/>
          </p:nvPr>
        </p:nvSpPr>
        <p:spPr/>
        <p:txBody>
          <a:bodyPr/>
          <a:lstStyle/>
          <a:p>
            <a:fld id="{2B3E8F52-857A-4C89-954C-57943DB51290}" type="datetime1">
              <a:rPr lang="en-IN" smtClean="0"/>
              <a:t>05-04-2026</a:t>
            </a:fld>
            <a:endParaRPr lang="en-IN" dirty="0"/>
          </a:p>
        </p:txBody>
      </p:sp>
      <p:sp>
        <p:nvSpPr>
          <p:cNvPr id="5" name="Footer Placeholder 4">
            <a:extLst>
              <a:ext uri="{FF2B5EF4-FFF2-40B4-BE49-F238E27FC236}">
                <a16:creationId xmlns:a16="http://schemas.microsoft.com/office/drawing/2014/main" id="{8558F106-1FED-5AA1-CFDF-7FE210507170}"/>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FD45F0D7-F550-D351-1F6B-36B665CA0CDC}"/>
              </a:ext>
            </a:extLst>
          </p:cNvPr>
          <p:cNvSpPr>
            <a:spLocks noGrp="1"/>
          </p:cNvSpPr>
          <p:nvPr>
            <p:ph type="sldNum" sz="quarter" idx="12"/>
          </p:nvPr>
        </p:nvSpPr>
        <p:spPr/>
        <p:txBody>
          <a:bodyPr/>
          <a:lstStyle/>
          <a:p>
            <a:fld id="{F32F6845-8F47-4AB8-B9CE-96D88E741707}" type="slidenum">
              <a:rPr lang="en-IN" smtClean="0"/>
              <a:t>‹#›</a:t>
            </a:fld>
            <a:endParaRPr lang="en-IN" dirty="0"/>
          </a:p>
        </p:txBody>
      </p:sp>
    </p:spTree>
    <p:extLst>
      <p:ext uri="{BB962C8B-B14F-4D97-AF65-F5344CB8AC3E}">
        <p14:creationId xmlns:p14="http://schemas.microsoft.com/office/powerpoint/2010/main" val="37052039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698191-3055-3CE7-ABAB-BF522556896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B07F01E-C1BB-CFE3-1062-5A8CAD20F5A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290F16ED-635D-3C12-AE3C-37A43EAF146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BA80B84D-A3CA-9B7E-B7BB-4C18C18121B2}"/>
              </a:ext>
            </a:extLst>
          </p:cNvPr>
          <p:cNvSpPr>
            <a:spLocks noGrp="1"/>
          </p:cNvSpPr>
          <p:nvPr>
            <p:ph type="dt" sz="half" idx="10"/>
          </p:nvPr>
        </p:nvSpPr>
        <p:spPr/>
        <p:txBody>
          <a:bodyPr/>
          <a:lstStyle/>
          <a:p>
            <a:fld id="{2BBD7B4D-DDD6-4CA2-87A0-9BDD5E5268EC}" type="datetime1">
              <a:rPr lang="en-IN" smtClean="0"/>
              <a:t>05-04-2026</a:t>
            </a:fld>
            <a:endParaRPr lang="en-IN" dirty="0"/>
          </a:p>
        </p:txBody>
      </p:sp>
      <p:sp>
        <p:nvSpPr>
          <p:cNvPr id="6" name="Footer Placeholder 5">
            <a:extLst>
              <a:ext uri="{FF2B5EF4-FFF2-40B4-BE49-F238E27FC236}">
                <a16:creationId xmlns:a16="http://schemas.microsoft.com/office/drawing/2014/main" id="{05881B66-06CA-0AE9-B95B-21A45DC5B355}"/>
              </a:ext>
            </a:extLst>
          </p:cNvPr>
          <p:cNvSpPr>
            <a:spLocks noGrp="1"/>
          </p:cNvSpPr>
          <p:nvPr>
            <p:ph type="ftr" sz="quarter" idx="11"/>
          </p:nvPr>
        </p:nvSpPr>
        <p:spPr/>
        <p:txBody>
          <a:bodyPr/>
          <a:lstStyle/>
          <a:p>
            <a:endParaRPr lang="en-IN" dirty="0"/>
          </a:p>
        </p:txBody>
      </p:sp>
      <p:sp>
        <p:nvSpPr>
          <p:cNvPr id="7" name="Slide Number Placeholder 6">
            <a:extLst>
              <a:ext uri="{FF2B5EF4-FFF2-40B4-BE49-F238E27FC236}">
                <a16:creationId xmlns:a16="http://schemas.microsoft.com/office/drawing/2014/main" id="{F4B7665D-74F3-FC85-8C37-77F440223274}"/>
              </a:ext>
            </a:extLst>
          </p:cNvPr>
          <p:cNvSpPr>
            <a:spLocks noGrp="1"/>
          </p:cNvSpPr>
          <p:nvPr>
            <p:ph type="sldNum" sz="quarter" idx="12"/>
          </p:nvPr>
        </p:nvSpPr>
        <p:spPr/>
        <p:txBody>
          <a:bodyPr/>
          <a:lstStyle/>
          <a:p>
            <a:fld id="{F32F6845-8F47-4AB8-B9CE-96D88E741707}" type="slidenum">
              <a:rPr lang="en-IN" smtClean="0"/>
              <a:t>‹#›</a:t>
            </a:fld>
            <a:endParaRPr lang="en-IN" dirty="0"/>
          </a:p>
        </p:txBody>
      </p:sp>
    </p:spTree>
    <p:extLst>
      <p:ext uri="{BB962C8B-B14F-4D97-AF65-F5344CB8AC3E}">
        <p14:creationId xmlns:p14="http://schemas.microsoft.com/office/powerpoint/2010/main" val="24797023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F1306E-11E1-8AB1-AF32-6F074D3C8515}"/>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E38E7AAE-4628-F916-89C8-10A970EC982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8D7C0B7-4F02-5995-1FB1-8FB2DD12598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4B504026-A61A-C06F-3EA6-94F595A4738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CFF7FD0-380B-75A4-D9B0-F7EBC341DD0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C80AA233-A9EB-E98D-4DDF-BC4B72808326}"/>
              </a:ext>
            </a:extLst>
          </p:cNvPr>
          <p:cNvSpPr>
            <a:spLocks noGrp="1"/>
          </p:cNvSpPr>
          <p:nvPr>
            <p:ph type="dt" sz="half" idx="10"/>
          </p:nvPr>
        </p:nvSpPr>
        <p:spPr/>
        <p:txBody>
          <a:bodyPr/>
          <a:lstStyle/>
          <a:p>
            <a:fld id="{C130D9E5-0635-43A8-8973-488E7408FAF7}" type="datetime1">
              <a:rPr lang="en-IN" smtClean="0"/>
              <a:t>05-04-2026</a:t>
            </a:fld>
            <a:endParaRPr lang="en-IN" dirty="0"/>
          </a:p>
        </p:txBody>
      </p:sp>
      <p:sp>
        <p:nvSpPr>
          <p:cNvPr id="8" name="Footer Placeholder 7">
            <a:extLst>
              <a:ext uri="{FF2B5EF4-FFF2-40B4-BE49-F238E27FC236}">
                <a16:creationId xmlns:a16="http://schemas.microsoft.com/office/drawing/2014/main" id="{755E8074-1361-E322-F42C-F5D71409910F}"/>
              </a:ext>
            </a:extLst>
          </p:cNvPr>
          <p:cNvSpPr>
            <a:spLocks noGrp="1"/>
          </p:cNvSpPr>
          <p:nvPr>
            <p:ph type="ftr" sz="quarter" idx="11"/>
          </p:nvPr>
        </p:nvSpPr>
        <p:spPr/>
        <p:txBody>
          <a:bodyPr/>
          <a:lstStyle/>
          <a:p>
            <a:endParaRPr lang="en-IN" dirty="0"/>
          </a:p>
        </p:txBody>
      </p:sp>
      <p:sp>
        <p:nvSpPr>
          <p:cNvPr id="9" name="Slide Number Placeholder 8">
            <a:extLst>
              <a:ext uri="{FF2B5EF4-FFF2-40B4-BE49-F238E27FC236}">
                <a16:creationId xmlns:a16="http://schemas.microsoft.com/office/drawing/2014/main" id="{56B9FECA-EE46-D87A-F259-E8022C3628B1}"/>
              </a:ext>
            </a:extLst>
          </p:cNvPr>
          <p:cNvSpPr>
            <a:spLocks noGrp="1"/>
          </p:cNvSpPr>
          <p:nvPr>
            <p:ph type="sldNum" sz="quarter" idx="12"/>
          </p:nvPr>
        </p:nvSpPr>
        <p:spPr/>
        <p:txBody>
          <a:bodyPr/>
          <a:lstStyle/>
          <a:p>
            <a:fld id="{F32F6845-8F47-4AB8-B9CE-96D88E741707}" type="slidenum">
              <a:rPr lang="en-IN" smtClean="0"/>
              <a:t>‹#›</a:t>
            </a:fld>
            <a:endParaRPr lang="en-IN" dirty="0"/>
          </a:p>
        </p:txBody>
      </p:sp>
    </p:spTree>
    <p:extLst>
      <p:ext uri="{BB962C8B-B14F-4D97-AF65-F5344CB8AC3E}">
        <p14:creationId xmlns:p14="http://schemas.microsoft.com/office/powerpoint/2010/main" val="32634304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DB92FB-DA41-9013-AE3A-5882CEEE8BF7}"/>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9A2620A1-C0CA-1D0E-E85E-5C1326F8CB80}"/>
              </a:ext>
            </a:extLst>
          </p:cNvPr>
          <p:cNvSpPr>
            <a:spLocks noGrp="1"/>
          </p:cNvSpPr>
          <p:nvPr>
            <p:ph type="dt" sz="half" idx="10"/>
          </p:nvPr>
        </p:nvSpPr>
        <p:spPr/>
        <p:txBody>
          <a:bodyPr/>
          <a:lstStyle/>
          <a:p>
            <a:fld id="{E1D0CEA8-D591-4CC9-939A-A3BE6FD93E89}" type="datetime1">
              <a:rPr lang="en-IN" smtClean="0"/>
              <a:t>05-04-2026</a:t>
            </a:fld>
            <a:endParaRPr lang="en-IN" dirty="0"/>
          </a:p>
        </p:txBody>
      </p:sp>
      <p:sp>
        <p:nvSpPr>
          <p:cNvPr id="4" name="Footer Placeholder 3">
            <a:extLst>
              <a:ext uri="{FF2B5EF4-FFF2-40B4-BE49-F238E27FC236}">
                <a16:creationId xmlns:a16="http://schemas.microsoft.com/office/drawing/2014/main" id="{763BD8B1-5363-075D-CDCC-8CAC0A6A78E8}"/>
              </a:ext>
            </a:extLst>
          </p:cNvPr>
          <p:cNvSpPr>
            <a:spLocks noGrp="1"/>
          </p:cNvSpPr>
          <p:nvPr>
            <p:ph type="ftr" sz="quarter" idx="11"/>
          </p:nvPr>
        </p:nvSpPr>
        <p:spPr/>
        <p:txBody>
          <a:bodyPr/>
          <a:lstStyle/>
          <a:p>
            <a:endParaRPr lang="en-IN" dirty="0"/>
          </a:p>
        </p:txBody>
      </p:sp>
      <p:sp>
        <p:nvSpPr>
          <p:cNvPr id="5" name="Slide Number Placeholder 4">
            <a:extLst>
              <a:ext uri="{FF2B5EF4-FFF2-40B4-BE49-F238E27FC236}">
                <a16:creationId xmlns:a16="http://schemas.microsoft.com/office/drawing/2014/main" id="{46E4555F-1DC7-94CF-74D7-21521EE9398A}"/>
              </a:ext>
            </a:extLst>
          </p:cNvPr>
          <p:cNvSpPr>
            <a:spLocks noGrp="1"/>
          </p:cNvSpPr>
          <p:nvPr>
            <p:ph type="sldNum" sz="quarter" idx="12"/>
          </p:nvPr>
        </p:nvSpPr>
        <p:spPr/>
        <p:txBody>
          <a:bodyPr/>
          <a:lstStyle/>
          <a:p>
            <a:fld id="{F32F6845-8F47-4AB8-B9CE-96D88E741707}" type="slidenum">
              <a:rPr lang="en-IN" smtClean="0"/>
              <a:t>‹#›</a:t>
            </a:fld>
            <a:endParaRPr lang="en-IN" dirty="0"/>
          </a:p>
        </p:txBody>
      </p:sp>
    </p:spTree>
    <p:extLst>
      <p:ext uri="{BB962C8B-B14F-4D97-AF65-F5344CB8AC3E}">
        <p14:creationId xmlns:p14="http://schemas.microsoft.com/office/powerpoint/2010/main" val="9968218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B497F04-5F5B-E4F7-0A48-A1FBAC01C3C4}"/>
              </a:ext>
            </a:extLst>
          </p:cNvPr>
          <p:cNvSpPr>
            <a:spLocks noGrp="1"/>
          </p:cNvSpPr>
          <p:nvPr>
            <p:ph type="dt" sz="half" idx="10"/>
          </p:nvPr>
        </p:nvSpPr>
        <p:spPr/>
        <p:txBody>
          <a:bodyPr/>
          <a:lstStyle/>
          <a:p>
            <a:fld id="{D2BE2297-DC8B-48E6-B6D6-34773F9A5984}" type="datetime1">
              <a:rPr lang="en-IN" smtClean="0"/>
              <a:t>05-04-2026</a:t>
            </a:fld>
            <a:endParaRPr lang="en-IN" dirty="0"/>
          </a:p>
        </p:txBody>
      </p:sp>
      <p:sp>
        <p:nvSpPr>
          <p:cNvPr id="3" name="Footer Placeholder 2">
            <a:extLst>
              <a:ext uri="{FF2B5EF4-FFF2-40B4-BE49-F238E27FC236}">
                <a16:creationId xmlns:a16="http://schemas.microsoft.com/office/drawing/2014/main" id="{3EDCC3BA-DF88-8CE4-AB31-983A3C796AD3}"/>
              </a:ext>
            </a:extLst>
          </p:cNvPr>
          <p:cNvSpPr>
            <a:spLocks noGrp="1"/>
          </p:cNvSpPr>
          <p:nvPr>
            <p:ph type="ftr" sz="quarter" idx="11"/>
          </p:nvPr>
        </p:nvSpPr>
        <p:spPr/>
        <p:txBody>
          <a:bodyPr/>
          <a:lstStyle/>
          <a:p>
            <a:endParaRPr lang="en-IN" dirty="0"/>
          </a:p>
        </p:txBody>
      </p:sp>
      <p:sp>
        <p:nvSpPr>
          <p:cNvPr id="4" name="Slide Number Placeholder 3">
            <a:extLst>
              <a:ext uri="{FF2B5EF4-FFF2-40B4-BE49-F238E27FC236}">
                <a16:creationId xmlns:a16="http://schemas.microsoft.com/office/drawing/2014/main" id="{2817982A-25A2-0FA2-0BC4-48C8775F8459}"/>
              </a:ext>
            </a:extLst>
          </p:cNvPr>
          <p:cNvSpPr>
            <a:spLocks noGrp="1"/>
          </p:cNvSpPr>
          <p:nvPr>
            <p:ph type="sldNum" sz="quarter" idx="12"/>
          </p:nvPr>
        </p:nvSpPr>
        <p:spPr/>
        <p:txBody>
          <a:bodyPr/>
          <a:lstStyle/>
          <a:p>
            <a:fld id="{F32F6845-8F47-4AB8-B9CE-96D88E741707}" type="slidenum">
              <a:rPr lang="en-IN" smtClean="0"/>
              <a:t>‹#›</a:t>
            </a:fld>
            <a:endParaRPr lang="en-IN" dirty="0"/>
          </a:p>
        </p:txBody>
      </p:sp>
    </p:spTree>
    <p:extLst>
      <p:ext uri="{BB962C8B-B14F-4D97-AF65-F5344CB8AC3E}">
        <p14:creationId xmlns:p14="http://schemas.microsoft.com/office/powerpoint/2010/main" val="31138426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217936-1384-3D53-34C7-E638688EFD9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F4108029-8ADE-BDA5-4C8D-31C36155648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6D6CB47A-C96A-8918-E1EB-9A8DBEC7275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D65CB0D-C5CF-96B6-5923-222D7E403E92}"/>
              </a:ext>
            </a:extLst>
          </p:cNvPr>
          <p:cNvSpPr>
            <a:spLocks noGrp="1"/>
          </p:cNvSpPr>
          <p:nvPr>
            <p:ph type="dt" sz="half" idx="10"/>
          </p:nvPr>
        </p:nvSpPr>
        <p:spPr/>
        <p:txBody>
          <a:bodyPr/>
          <a:lstStyle/>
          <a:p>
            <a:fld id="{64C2A547-6E4B-4188-9BD5-035CB9C4BCC5}" type="datetime1">
              <a:rPr lang="en-IN" smtClean="0"/>
              <a:t>05-04-2026</a:t>
            </a:fld>
            <a:endParaRPr lang="en-IN" dirty="0"/>
          </a:p>
        </p:txBody>
      </p:sp>
      <p:sp>
        <p:nvSpPr>
          <p:cNvPr id="6" name="Footer Placeholder 5">
            <a:extLst>
              <a:ext uri="{FF2B5EF4-FFF2-40B4-BE49-F238E27FC236}">
                <a16:creationId xmlns:a16="http://schemas.microsoft.com/office/drawing/2014/main" id="{C9A0E17E-D21B-9F95-DB42-019C9AB18CB9}"/>
              </a:ext>
            </a:extLst>
          </p:cNvPr>
          <p:cNvSpPr>
            <a:spLocks noGrp="1"/>
          </p:cNvSpPr>
          <p:nvPr>
            <p:ph type="ftr" sz="quarter" idx="11"/>
          </p:nvPr>
        </p:nvSpPr>
        <p:spPr/>
        <p:txBody>
          <a:bodyPr/>
          <a:lstStyle/>
          <a:p>
            <a:endParaRPr lang="en-IN" dirty="0"/>
          </a:p>
        </p:txBody>
      </p:sp>
      <p:sp>
        <p:nvSpPr>
          <p:cNvPr id="7" name="Slide Number Placeholder 6">
            <a:extLst>
              <a:ext uri="{FF2B5EF4-FFF2-40B4-BE49-F238E27FC236}">
                <a16:creationId xmlns:a16="http://schemas.microsoft.com/office/drawing/2014/main" id="{2431A4E0-3F3F-3857-C2B7-EEDD3DF99CB1}"/>
              </a:ext>
            </a:extLst>
          </p:cNvPr>
          <p:cNvSpPr>
            <a:spLocks noGrp="1"/>
          </p:cNvSpPr>
          <p:nvPr>
            <p:ph type="sldNum" sz="quarter" idx="12"/>
          </p:nvPr>
        </p:nvSpPr>
        <p:spPr/>
        <p:txBody>
          <a:bodyPr/>
          <a:lstStyle/>
          <a:p>
            <a:fld id="{F32F6845-8F47-4AB8-B9CE-96D88E741707}" type="slidenum">
              <a:rPr lang="en-IN" smtClean="0"/>
              <a:t>‹#›</a:t>
            </a:fld>
            <a:endParaRPr lang="en-IN" dirty="0"/>
          </a:p>
        </p:txBody>
      </p:sp>
    </p:spTree>
    <p:extLst>
      <p:ext uri="{BB962C8B-B14F-4D97-AF65-F5344CB8AC3E}">
        <p14:creationId xmlns:p14="http://schemas.microsoft.com/office/powerpoint/2010/main" val="19239216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BEDF05-F2AE-B072-8E2E-CB4CF5B08FC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B20EF8F1-DFA6-282F-E8CD-83826A12E49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dirty="0"/>
          </a:p>
        </p:txBody>
      </p:sp>
      <p:sp>
        <p:nvSpPr>
          <p:cNvPr id="4" name="Text Placeholder 3">
            <a:extLst>
              <a:ext uri="{FF2B5EF4-FFF2-40B4-BE49-F238E27FC236}">
                <a16:creationId xmlns:a16="http://schemas.microsoft.com/office/drawing/2014/main" id="{85808D68-B430-9A5B-4A9B-8549EA20AC8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0002EBD-67C3-A4B8-A83C-896997C53EB8}"/>
              </a:ext>
            </a:extLst>
          </p:cNvPr>
          <p:cNvSpPr>
            <a:spLocks noGrp="1"/>
          </p:cNvSpPr>
          <p:nvPr>
            <p:ph type="dt" sz="half" idx="10"/>
          </p:nvPr>
        </p:nvSpPr>
        <p:spPr/>
        <p:txBody>
          <a:bodyPr/>
          <a:lstStyle/>
          <a:p>
            <a:fld id="{02706E29-16A1-4AAE-B55B-4E3DB7265605}" type="datetime1">
              <a:rPr lang="en-IN" smtClean="0"/>
              <a:t>05-04-2026</a:t>
            </a:fld>
            <a:endParaRPr lang="en-IN" dirty="0"/>
          </a:p>
        </p:txBody>
      </p:sp>
      <p:sp>
        <p:nvSpPr>
          <p:cNvPr id="6" name="Footer Placeholder 5">
            <a:extLst>
              <a:ext uri="{FF2B5EF4-FFF2-40B4-BE49-F238E27FC236}">
                <a16:creationId xmlns:a16="http://schemas.microsoft.com/office/drawing/2014/main" id="{92B00B68-5333-C602-6799-3D1B2E434B21}"/>
              </a:ext>
            </a:extLst>
          </p:cNvPr>
          <p:cNvSpPr>
            <a:spLocks noGrp="1"/>
          </p:cNvSpPr>
          <p:nvPr>
            <p:ph type="ftr" sz="quarter" idx="11"/>
          </p:nvPr>
        </p:nvSpPr>
        <p:spPr/>
        <p:txBody>
          <a:bodyPr/>
          <a:lstStyle/>
          <a:p>
            <a:endParaRPr lang="en-IN" dirty="0"/>
          </a:p>
        </p:txBody>
      </p:sp>
      <p:sp>
        <p:nvSpPr>
          <p:cNvPr id="7" name="Slide Number Placeholder 6">
            <a:extLst>
              <a:ext uri="{FF2B5EF4-FFF2-40B4-BE49-F238E27FC236}">
                <a16:creationId xmlns:a16="http://schemas.microsoft.com/office/drawing/2014/main" id="{304925F4-1AF9-E8B5-0534-4714B5FAF5DD}"/>
              </a:ext>
            </a:extLst>
          </p:cNvPr>
          <p:cNvSpPr>
            <a:spLocks noGrp="1"/>
          </p:cNvSpPr>
          <p:nvPr>
            <p:ph type="sldNum" sz="quarter" idx="12"/>
          </p:nvPr>
        </p:nvSpPr>
        <p:spPr/>
        <p:txBody>
          <a:bodyPr/>
          <a:lstStyle/>
          <a:p>
            <a:fld id="{F32F6845-8F47-4AB8-B9CE-96D88E741707}" type="slidenum">
              <a:rPr lang="en-IN" smtClean="0"/>
              <a:t>‹#›</a:t>
            </a:fld>
            <a:endParaRPr lang="en-IN" dirty="0"/>
          </a:p>
        </p:txBody>
      </p:sp>
    </p:spTree>
    <p:extLst>
      <p:ext uri="{BB962C8B-B14F-4D97-AF65-F5344CB8AC3E}">
        <p14:creationId xmlns:p14="http://schemas.microsoft.com/office/powerpoint/2010/main" val="4799969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9011F1-D172-AE20-8D21-0A938E210EF6}"/>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E8E52B7-EB5E-AF2A-3525-5B4BBFD15AA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16D7DCF-1783-47F8-CDB8-8B7167ECD0D8}"/>
              </a:ext>
            </a:extLst>
          </p:cNvPr>
          <p:cNvSpPr>
            <a:spLocks noGrp="1"/>
          </p:cNvSpPr>
          <p:nvPr>
            <p:ph type="dt" sz="half" idx="10"/>
          </p:nvPr>
        </p:nvSpPr>
        <p:spPr/>
        <p:txBody>
          <a:bodyPr/>
          <a:lstStyle/>
          <a:p>
            <a:fld id="{3FC26915-BE00-456E-A9CA-DB9FE1FD674A}" type="datetime1">
              <a:rPr lang="en-IN" smtClean="0"/>
              <a:t>05-04-2026</a:t>
            </a:fld>
            <a:endParaRPr lang="en-IN" dirty="0"/>
          </a:p>
        </p:txBody>
      </p:sp>
      <p:sp>
        <p:nvSpPr>
          <p:cNvPr id="5" name="Footer Placeholder 4">
            <a:extLst>
              <a:ext uri="{FF2B5EF4-FFF2-40B4-BE49-F238E27FC236}">
                <a16:creationId xmlns:a16="http://schemas.microsoft.com/office/drawing/2014/main" id="{F46968A7-C083-F20B-0369-2067E75DE54C}"/>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7255429C-96E8-1064-0F87-6D95D15F9384}"/>
              </a:ext>
            </a:extLst>
          </p:cNvPr>
          <p:cNvSpPr>
            <a:spLocks noGrp="1"/>
          </p:cNvSpPr>
          <p:nvPr>
            <p:ph type="sldNum" sz="quarter" idx="12"/>
          </p:nvPr>
        </p:nvSpPr>
        <p:spPr/>
        <p:txBody>
          <a:bodyPr/>
          <a:lstStyle/>
          <a:p>
            <a:fld id="{F32F6845-8F47-4AB8-B9CE-96D88E741707}" type="slidenum">
              <a:rPr lang="en-IN" smtClean="0"/>
              <a:t>‹#›</a:t>
            </a:fld>
            <a:endParaRPr lang="en-IN" dirty="0"/>
          </a:p>
        </p:txBody>
      </p:sp>
    </p:spTree>
    <p:extLst>
      <p:ext uri="{BB962C8B-B14F-4D97-AF65-F5344CB8AC3E}">
        <p14:creationId xmlns:p14="http://schemas.microsoft.com/office/powerpoint/2010/main" val="24487618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6A47F57-697A-B97E-DD3A-2910D126C5B4}"/>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673F252A-D3F9-0BB4-D962-668169761B8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1B93D65-8824-8EBE-4CB8-E4D7750FE881}"/>
              </a:ext>
            </a:extLst>
          </p:cNvPr>
          <p:cNvSpPr>
            <a:spLocks noGrp="1"/>
          </p:cNvSpPr>
          <p:nvPr>
            <p:ph type="dt" sz="half" idx="10"/>
          </p:nvPr>
        </p:nvSpPr>
        <p:spPr/>
        <p:txBody>
          <a:bodyPr/>
          <a:lstStyle/>
          <a:p>
            <a:fld id="{FAA2D233-408A-4415-B919-B7ECAA5043E2}" type="datetime1">
              <a:rPr lang="en-IN" smtClean="0"/>
              <a:t>05-04-2026</a:t>
            </a:fld>
            <a:endParaRPr lang="en-IN" dirty="0"/>
          </a:p>
        </p:txBody>
      </p:sp>
      <p:sp>
        <p:nvSpPr>
          <p:cNvPr id="5" name="Footer Placeholder 4">
            <a:extLst>
              <a:ext uri="{FF2B5EF4-FFF2-40B4-BE49-F238E27FC236}">
                <a16:creationId xmlns:a16="http://schemas.microsoft.com/office/drawing/2014/main" id="{2A1EA1BA-06A5-9F5B-136C-80EDFD72EB63}"/>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B163C8CA-61F8-0704-0F6E-DDDD2B9987DD}"/>
              </a:ext>
            </a:extLst>
          </p:cNvPr>
          <p:cNvSpPr>
            <a:spLocks noGrp="1"/>
          </p:cNvSpPr>
          <p:nvPr>
            <p:ph type="sldNum" sz="quarter" idx="12"/>
          </p:nvPr>
        </p:nvSpPr>
        <p:spPr/>
        <p:txBody>
          <a:bodyPr/>
          <a:lstStyle/>
          <a:p>
            <a:fld id="{F32F6845-8F47-4AB8-B9CE-96D88E741707}" type="slidenum">
              <a:rPr lang="en-IN" smtClean="0"/>
              <a:t>‹#›</a:t>
            </a:fld>
            <a:endParaRPr lang="en-IN" dirty="0"/>
          </a:p>
        </p:txBody>
      </p:sp>
    </p:spTree>
    <p:extLst>
      <p:ext uri="{BB962C8B-B14F-4D97-AF65-F5344CB8AC3E}">
        <p14:creationId xmlns:p14="http://schemas.microsoft.com/office/powerpoint/2010/main" val="27487824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309843D-C7AC-7DCA-D2A1-30C29BBAB6D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62A0867-11DA-F019-8907-1B3D8BD7C7E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00DD53F-CA45-CCAE-9ADB-5B0F61393A1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EAC608B-7A9F-4336-97A2-89908E443DAD}" type="datetime1">
              <a:rPr lang="en-IN" smtClean="0"/>
              <a:t>05-04-2026</a:t>
            </a:fld>
            <a:endParaRPr lang="en-IN" dirty="0"/>
          </a:p>
        </p:txBody>
      </p:sp>
      <p:sp>
        <p:nvSpPr>
          <p:cNvPr id="5" name="Footer Placeholder 4">
            <a:extLst>
              <a:ext uri="{FF2B5EF4-FFF2-40B4-BE49-F238E27FC236}">
                <a16:creationId xmlns:a16="http://schemas.microsoft.com/office/drawing/2014/main" id="{1C91FF70-F320-3E09-D811-B610D38CEA7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dirty="0"/>
          </a:p>
        </p:txBody>
      </p:sp>
      <p:sp>
        <p:nvSpPr>
          <p:cNvPr id="6" name="Slide Number Placeholder 5">
            <a:extLst>
              <a:ext uri="{FF2B5EF4-FFF2-40B4-BE49-F238E27FC236}">
                <a16:creationId xmlns:a16="http://schemas.microsoft.com/office/drawing/2014/main" id="{999947EA-7073-9466-0549-46E86F1C89F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32F6845-8F47-4AB8-B9CE-96D88E741707}" type="slidenum">
              <a:rPr lang="en-IN" smtClean="0"/>
              <a:t>‹#›</a:t>
            </a:fld>
            <a:endParaRPr lang="en-IN" dirty="0"/>
          </a:p>
        </p:txBody>
      </p:sp>
    </p:spTree>
    <p:extLst>
      <p:ext uri="{BB962C8B-B14F-4D97-AF65-F5344CB8AC3E}">
        <p14:creationId xmlns:p14="http://schemas.microsoft.com/office/powerpoint/2010/main" val="20419452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hyperlink" Target="https://github.com/Hida-Fathima/sem8-CSE_7302_academics" TargetMode="Externa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wmf"/><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9" name="Title 1"/>
          <p:cNvSpPr txBox="1">
            <a:spLocks/>
          </p:cNvSpPr>
          <p:nvPr/>
        </p:nvSpPr>
        <p:spPr>
          <a:xfrm>
            <a:off x="838200" y="130629"/>
            <a:ext cx="10515600" cy="156006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17365D"/>
              </a:buClr>
              <a:buSzPts val="2800"/>
              <a:buFont typeface="Verdana"/>
              <a:buNone/>
              <a:defRPr sz="2800" b="1" i="0" u="none" strike="noStrike" cap="none">
                <a:solidFill>
                  <a:srgbClr val="17365D"/>
                </a:solidFill>
                <a:latin typeface="Verdana"/>
                <a:ea typeface="Verdana"/>
                <a:cs typeface="Verdana"/>
                <a:sym typeface="Verdana"/>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gn="ctr"/>
            <a:r>
              <a:rPr lang="en-US" altLang="en-US" dirty="0">
                <a:solidFill>
                  <a:schemeClr val="accent1">
                    <a:lumMod val="75000"/>
                  </a:schemeClr>
                </a:solidFill>
                <a:latin typeface="Times New Roman" panose="02020603050405020304" pitchFamily="18" charset="0"/>
                <a:cs typeface="Times New Roman" panose="02020603050405020304" pitchFamily="18" charset="0"/>
              </a:rPr>
              <a:t>CSE7302 - INTERNSHIP</a:t>
            </a:r>
            <a:br>
              <a:rPr lang="en-IN" dirty="0">
                <a:solidFill>
                  <a:srgbClr val="FF0000"/>
                </a:solidFill>
                <a:latin typeface="Times New Roman" panose="02020603050405020304" pitchFamily="18" charset="0"/>
                <a:cs typeface="Times New Roman" panose="02020603050405020304" pitchFamily="18" charset="0"/>
              </a:rPr>
            </a:br>
            <a:r>
              <a:rPr lang="en-US" sz="2400" dirty="0">
                <a:solidFill>
                  <a:srgbClr val="0070C0"/>
                </a:solidFill>
                <a:latin typeface="Times New Roman" panose="02020603050405020304" pitchFamily="18" charset="0"/>
                <a:ea typeface="Tahoma" pitchFamily="34" charset="0"/>
                <a:cs typeface="Times New Roman" panose="02020603050405020304" pitchFamily="18" charset="0"/>
              </a:rPr>
              <a:t>Review-4 Presentation </a:t>
            </a:r>
            <a:br>
              <a:rPr lang="en-US" sz="2400" dirty="0">
                <a:solidFill>
                  <a:srgbClr val="0070C0"/>
                </a:solidFill>
                <a:latin typeface="Times New Roman" panose="02020603050405020304" pitchFamily="18" charset="0"/>
                <a:ea typeface="Tahoma" pitchFamily="34" charset="0"/>
                <a:cs typeface="Times New Roman" panose="02020603050405020304" pitchFamily="18" charset="0"/>
              </a:rPr>
            </a:br>
            <a:r>
              <a:rPr lang="en-IN" sz="2400" dirty="0">
                <a:latin typeface="Times New Roman" panose="02020603050405020304" pitchFamily="18" charset="0"/>
                <a:cs typeface="Times New Roman" panose="02020603050405020304" pitchFamily="18" charset="0"/>
              </a:rPr>
              <a:t>Multi-Agent MDR for AI SOC</a:t>
            </a:r>
            <a:br>
              <a:rPr lang="en-US" sz="2400" dirty="0">
                <a:solidFill>
                  <a:srgbClr val="0070C0"/>
                </a:solidFill>
                <a:latin typeface="Times New Roman" panose="02020603050405020304" pitchFamily="18" charset="0"/>
                <a:ea typeface="Tahoma" pitchFamily="34" charset="0"/>
                <a:cs typeface="Times New Roman" panose="02020603050405020304" pitchFamily="18" charset="0"/>
              </a:rPr>
            </a:br>
            <a:endParaRPr lang="en-US" sz="2400" dirty="0">
              <a:latin typeface="Times New Roman" panose="02020603050405020304" pitchFamily="18" charset="0"/>
              <a:cs typeface="Times New Roman" panose="02020603050405020304" pitchFamily="18" charset="0"/>
            </a:endParaRPr>
          </a:p>
        </p:txBody>
      </p:sp>
      <p:sp>
        <p:nvSpPr>
          <p:cNvPr id="2" name="Google Shape;90;p13">
            <a:extLst>
              <a:ext uri="{FF2B5EF4-FFF2-40B4-BE49-F238E27FC236}">
                <a16:creationId xmlns:a16="http://schemas.microsoft.com/office/drawing/2014/main" id="{7C312FE9-8147-C4AF-2A6E-9935DCF07AB5}"/>
              </a:ext>
            </a:extLst>
          </p:cNvPr>
          <p:cNvSpPr txBox="1"/>
          <p:nvPr/>
        </p:nvSpPr>
        <p:spPr>
          <a:xfrm>
            <a:off x="6602312" y="1911875"/>
            <a:ext cx="5514300" cy="2020560"/>
          </a:xfrm>
          <a:prstGeom prst="rect">
            <a:avLst/>
          </a:prstGeom>
          <a:noFill/>
          <a:ln>
            <a:noFill/>
          </a:ln>
        </p:spPr>
        <p:txBody>
          <a:bodyPr spcFirstLastPara="1" wrap="square" lIns="91425" tIns="45700" rIns="91425" bIns="45700" anchor="t" anchorCtr="0">
            <a:normAutofit/>
          </a:bodyPr>
          <a:lstStyle/>
          <a:p>
            <a:pPr marL="0" marR="0" lvl="0" indent="0" algn="ctr" rtl="0">
              <a:spcBef>
                <a:spcPts val="0"/>
              </a:spcBef>
              <a:spcAft>
                <a:spcPts val="0"/>
              </a:spcAft>
              <a:buClr>
                <a:srgbClr val="17365D"/>
              </a:buClr>
              <a:buSzPts val="2000"/>
              <a:buFont typeface="Arial"/>
              <a:buNone/>
            </a:pPr>
            <a:r>
              <a:rPr lang="en-GB" sz="2000" b="1" i="0" u="none" strike="noStrike" cap="none" dirty="0">
                <a:solidFill>
                  <a:srgbClr val="17365D"/>
                </a:solidFill>
                <a:latin typeface="Cambria" panose="02040503050406030204" pitchFamily="18" charset="0"/>
                <a:ea typeface="Cambria" panose="02040503050406030204" pitchFamily="18" charset="0"/>
                <a:cs typeface="Verdana"/>
                <a:sym typeface="Verdana"/>
              </a:rPr>
              <a:t>Under the Supervision of,</a:t>
            </a:r>
            <a:endParaRPr dirty="0">
              <a:latin typeface="Cambria" panose="02040503050406030204" pitchFamily="18" charset="0"/>
              <a:ea typeface="Cambria" panose="02040503050406030204" pitchFamily="18" charset="0"/>
            </a:endParaRPr>
          </a:p>
          <a:p>
            <a:pPr marL="0" marR="0" lvl="0" indent="0" algn="ctr" rtl="0">
              <a:spcBef>
                <a:spcPts val="400"/>
              </a:spcBef>
              <a:spcAft>
                <a:spcPts val="0"/>
              </a:spcAft>
              <a:buClr>
                <a:srgbClr val="17365D"/>
              </a:buClr>
              <a:buSzPts val="2000"/>
              <a:buFont typeface="Arial"/>
              <a:buNone/>
            </a:pPr>
            <a:endParaRPr sz="20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a:p>
            <a:pPr marL="0" marR="0" lvl="0" indent="0" algn="ctr"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Dr</a:t>
            </a:r>
            <a:r>
              <a:rPr lang="en-GB" sz="1700" b="1" dirty="0">
                <a:solidFill>
                  <a:srgbClr val="17365D"/>
                </a:solidFill>
                <a:latin typeface="Cambria" panose="02040503050406030204" pitchFamily="18" charset="0"/>
                <a:ea typeface="Cambria" panose="02040503050406030204" pitchFamily="18" charset="0"/>
                <a:cs typeface="Verdana"/>
                <a:sym typeface="Verdana"/>
              </a:rPr>
              <a:t>. Vijayakumar Adaickalam</a:t>
            </a:r>
            <a:endParaRPr dirty="0">
              <a:latin typeface="Cambria" panose="02040503050406030204" pitchFamily="18" charset="0"/>
              <a:ea typeface="Cambria" panose="02040503050406030204" pitchFamily="18" charset="0"/>
            </a:endParaRPr>
          </a:p>
          <a:p>
            <a:pPr marL="0" marR="0" lvl="0" indent="0" algn="ctr"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Professor</a:t>
            </a:r>
            <a:endParaRPr dirty="0">
              <a:latin typeface="Cambria" panose="02040503050406030204" pitchFamily="18" charset="0"/>
              <a:ea typeface="Cambria" panose="02040503050406030204" pitchFamily="18" charset="0"/>
            </a:endParaRPr>
          </a:p>
          <a:p>
            <a:pPr marL="0" marR="0" lvl="0" indent="0" algn="ctr"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Presidency School of CSE</a:t>
            </a:r>
            <a:endParaRPr dirty="0">
              <a:latin typeface="Cambria" panose="02040503050406030204" pitchFamily="18" charset="0"/>
              <a:ea typeface="Cambria" panose="02040503050406030204" pitchFamily="18" charset="0"/>
            </a:endParaRPr>
          </a:p>
          <a:p>
            <a:pPr marL="0" marR="0" lvl="0" indent="0" algn="ctr"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Presidency University</a:t>
            </a:r>
            <a:endParaRPr dirty="0">
              <a:latin typeface="Cambria" panose="02040503050406030204" pitchFamily="18" charset="0"/>
              <a:ea typeface="Cambria" panose="02040503050406030204" pitchFamily="18" charset="0"/>
            </a:endParaRPr>
          </a:p>
          <a:p>
            <a:pPr marL="0" marR="0" lvl="0" indent="0" algn="l" rtl="0">
              <a:spcBef>
                <a:spcPts val="400"/>
              </a:spcBef>
              <a:spcAft>
                <a:spcPts val="0"/>
              </a:spcAft>
              <a:buClr>
                <a:srgbClr val="17365D"/>
              </a:buClr>
              <a:buSzPts val="2000"/>
              <a:buFont typeface="Arial"/>
              <a:buNone/>
            </a:pPr>
            <a:endParaRPr sz="20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p:txBody>
      </p:sp>
      <p:graphicFrame>
        <p:nvGraphicFramePr>
          <p:cNvPr id="3" name="Table 2">
            <a:extLst>
              <a:ext uri="{FF2B5EF4-FFF2-40B4-BE49-F238E27FC236}">
                <a16:creationId xmlns:a16="http://schemas.microsoft.com/office/drawing/2014/main" id="{BA101C82-5FE9-DB42-4F19-E0829EBBFABC}"/>
              </a:ext>
            </a:extLst>
          </p:cNvPr>
          <p:cNvGraphicFramePr>
            <a:graphicFrameLocks noGrp="1"/>
          </p:cNvGraphicFramePr>
          <p:nvPr>
            <p:extLst>
              <p:ext uri="{D42A27DB-BD31-4B8C-83A1-F6EECF244321}">
                <p14:modId xmlns:p14="http://schemas.microsoft.com/office/powerpoint/2010/main" val="2264609577"/>
              </p:ext>
            </p:extLst>
          </p:nvPr>
        </p:nvGraphicFramePr>
        <p:xfrm>
          <a:off x="631809" y="2057429"/>
          <a:ext cx="5321552" cy="1463040"/>
        </p:xfrm>
        <a:graphic>
          <a:graphicData uri="http://schemas.openxmlformats.org/drawingml/2006/table">
            <a:tbl>
              <a:tblPr firstRow="1" bandRow="1">
                <a:tableStyleId>{5C22544A-7EE6-4342-B048-85BDC9FD1C3A}</a:tableStyleId>
              </a:tblPr>
              <a:tblGrid>
                <a:gridCol w="1371270">
                  <a:extLst>
                    <a:ext uri="{9D8B030D-6E8A-4147-A177-3AD203B41FA5}">
                      <a16:colId xmlns:a16="http://schemas.microsoft.com/office/drawing/2014/main" val="2689928737"/>
                    </a:ext>
                  </a:extLst>
                </a:gridCol>
                <a:gridCol w="3950282">
                  <a:extLst>
                    <a:ext uri="{9D8B030D-6E8A-4147-A177-3AD203B41FA5}">
                      <a16:colId xmlns:a16="http://schemas.microsoft.com/office/drawing/2014/main" val="3965538731"/>
                    </a:ext>
                  </a:extLst>
                </a:gridCol>
              </a:tblGrid>
              <a:tr h="362263">
                <a:tc gridSpan="2">
                  <a:txBody>
                    <a:bodyPr/>
                    <a:lstStyle/>
                    <a:p>
                      <a:pPr algn="ctr"/>
                      <a:r>
                        <a:rPr lang="en-US" dirty="0">
                          <a:latin typeface="Cambria" panose="02040503050406030204" pitchFamily="18" charset="0"/>
                          <a:ea typeface="Cambria" panose="02040503050406030204" pitchFamily="18" charset="0"/>
                          <a:cs typeface="Times New Roman" panose="02020603050405020304" pitchFamily="18" charset="0"/>
                        </a:rPr>
                        <a:t>Student Details</a:t>
                      </a:r>
                    </a:p>
                  </a:txBody>
                  <a:tcPr/>
                </a:tc>
                <a:tc hMerge="1">
                  <a:txBody>
                    <a:bodyPr/>
                    <a:lstStyle/>
                    <a:p>
                      <a:pPr algn="ctr"/>
                      <a:endParaRPr lang="en-US"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965105319"/>
                  </a:ext>
                </a:extLst>
              </a:tr>
              <a:tr h="362263">
                <a:tc>
                  <a:txBody>
                    <a:bodyPr/>
                    <a:lstStyle/>
                    <a:p>
                      <a:pPr algn="l"/>
                      <a:r>
                        <a:rPr lang="en-US" b="1" dirty="0">
                          <a:latin typeface="Cambria" panose="02040503050406030204" pitchFamily="18" charset="0"/>
                          <a:ea typeface="Cambria" panose="02040503050406030204" pitchFamily="18" charset="0"/>
                          <a:cs typeface="Times New Roman" panose="02020603050405020304" pitchFamily="18" charset="0"/>
                        </a:rPr>
                        <a:t>Name</a:t>
                      </a:r>
                    </a:p>
                  </a:txBody>
                  <a:tcPr/>
                </a:tc>
                <a:tc>
                  <a:txBody>
                    <a:bodyPr/>
                    <a:lstStyle/>
                    <a:p>
                      <a:pPr algn="ctr"/>
                      <a:r>
                        <a:rPr lang="en-US" dirty="0">
                          <a:latin typeface="Cambria" panose="02040503050406030204" pitchFamily="18" charset="0"/>
                          <a:ea typeface="Cambria" panose="02040503050406030204" pitchFamily="18" charset="0"/>
                          <a:cs typeface="Times New Roman" panose="02020603050405020304" pitchFamily="18" charset="0"/>
                        </a:rPr>
                        <a:t>Hida Fathima P H</a:t>
                      </a:r>
                    </a:p>
                  </a:txBody>
                  <a:tcPr/>
                </a:tc>
                <a:extLst>
                  <a:ext uri="{0D108BD9-81ED-4DB2-BD59-A6C34878D82A}">
                    <a16:rowId xmlns:a16="http://schemas.microsoft.com/office/drawing/2014/main" val="673540802"/>
                  </a:ext>
                </a:extLst>
              </a:tr>
              <a:tr h="362263">
                <a:tc>
                  <a:txBody>
                    <a:bodyPr/>
                    <a:lstStyle/>
                    <a:p>
                      <a:pPr algn="l"/>
                      <a:r>
                        <a:rPr lang="en-US" b="1" dirty="0">
                          <a:latin typeface="Cambria" panose="02040503050406030204" pitchFamily="18" charset="0"/>
                          <a:ea typeface="Cambria" panose="02040503050406030204" pitchFamily="18" charset="0"/>
                          <a:cs typeface="Times New Roman" panose="02020603050405020304" pitchFamily="18" charset="0"/>
                        </a:rPr>
                        <a:t>Roll No</a:t>
                      </a:r>
                    </a:p>
                  </a:txBody>
                  <a:tcPr/>
                </a:tc>
                <a:tc>
                  <a:txBody>
                    <a:bodyPr/>
                    <a:lstStyle/>
                    <a:p>
                      <a:pPr algn="ctr"/>
                      <a:r>
                        <a:rPr lang="en-US" dirty="0">
                          <a:latin typeface="Cambria" panose="02040503050406030204" pitchFamily="18" charset="0"/>
                          <a:ea typeface="Cambria" panose="02040503050406030204" pitchFamily="18" charset="0"/>
                          <a:cs typeface="Times New Roman" panose="02020603050405020304" pitchFamily="18" charset="0"/>
                        </a:rPr>
                        <a:t>20221CAI0002</a:t>
                      </a:r>
                    </a:p>
                  </a:txBody>
                  <a:tcPr/>
                </a:tc>
                <a:extLst>
                  <a:ext uri="{0D108BD9-81ED-4DB2-BD59-A6C34878D82A}">
                    <a16:rowId xmlns:a16="http://schemas.microsoft.com/office/drawing/2014/main" val="1825509489"/>
                  </a:ext>
                </a:extLst>
              </a:tr>
              <a:tr h="362263">
                <a:tc>
                  <a:txBody>
                    <a:bodyPr/>
                    <a:lstStyle/>
                    <a:p>
                      <a:pPr algn="l"/>
                      <a:r>
                        <a:rPr lang="en-US" b="1" dirty="0">
                          <a:latin typeface="Cambria" panose="02040503050406030204" pitchFamily="18" charset="0"/>
                          <a:ea typeface="Cambria" panose="02040503050406030204" pitchFamily="18" charset="0"/>
                          <a:cs typeface="Times New Roman" panose="02020603050405020304" pitchFamily="18" charset="0"/>
                        </a:rPr>
                        <a:t>Section</a:t>
                      </a:r>
                    </a:p>
                  </a:txBody>
                  <a:tcPr/>
                </a:tc>
                <a:tc>
                  <a:txBody>
                    <a:bodyPr/>
                    <a:lstStyle/>
                    <a:p>
                      <a:pPr algn="ctr"/>
                      <a:r>
                        <a:rPr lang="en-US" dirty="0">
                          <a:latin typeface="Cambria" panose="02040503050406030204" pitchFamily="18" charset="0"/>
                          <a:ea typeface="Cambria" panose="02040503050406030204" pitchFamily="18" charset="0"/>
                          <a:cs typeface="Times New Roman" panose="02020603050405020304" pitchFamily="18" charset="0"/>
                        </a:rPr>
                        <a:t>8 SIC 01</a:t>
                      </a:r>
                    </a:p>
                  </a:txBody>
                  <a:tcPr/>
                </a:tc>
                <a:extLst>
                  <a:ext uri="{0D108BD9-81ED-4DB2-BD59-A6C34878D82A}">
                    <a16:rowId xmlns:a16="http://schemas.microsoft.com/office/drawing/2014/main" val="1278268189"/>
                  </a:ext>
                </a:extLst>
              </a:tr>
            </a:tbl>
          </a:graphicData>
        </a:graphic>
      </p:graphicFrame>
      <p:sp>
        <p:nvSpPr>
          <p:cNvPr id="4" name="Google Shape;91;p13">
            <a:extLst>
              <a:ext uri="{FF2B5EF4-FFF2-40B4-BE49-F238E27FC236}">
                <a16:creationId xmlns:a16="http://schemas.microsoft.com/office/drawing/2014/main" id="{5B7F2F99-E809-548A-D377-D99914D94849}"/>
              </a:ext>
            </a:extLst>
          </p:cNvPr>
          <p:cNvSpPr txBox="1"/>
          <p:nvPr/>
        </p:nvSpPr>
        <p:spPr>
          <a:xfrm>
            <a:off x="154327" y="4153621"/>
            <a:ext cx="11962285" cy="1562100"/>
          </a:xfrm>
          <a:prstGeom prst="rect">
            <a:avLst/>
          </a:prstGeom>
          <a:noFill/>
          <a:ln>
            <a:noFill/>
          </a:ln>
        </p:spPr>
        <p:txBody>
          <a:bodyPr spcFirstLastPara="1" wrap="square" lIns="91425" tIns="45700" rIns="91425" bIns="45700" anchor="t" anchorCtr="0">
            <a:noAutofit/>
          </a:bodyPr>
          <a:lstStyle/>
          <a:p>
            <a:pPr lvl="0">
              <a:buClr>
                <a:srgbClr val="17365D"/>
              </a:buClr>
              <a:buSzPct val="100000"/>
            </a:pPr>
            <a:r>
              <a:rPr lang="en-US" sz="2000" b="1" dirty="0">
                <a:solidFill>
                  <a:schemeClr val="accent1"/>
                </a:solidFill>
                <a:latin typeface="Cambria" panose="02040503050406030204" pitchFamily="18" charset="0"/>
                <a:ea typeface="Cambria" panose="02040503050406030204" pitchFamily="18" charset="0"/>
                <a:cs typeface="Verdana"/>
                <a:sym typeface="Verdana"/>
              </a:rPr>
              <a:t>Name of the Program: </a:t>
            </a:r>
            <a:r>
              <a:rPr lang="en-US" sz="2000" b="1" dirty="0">
                <a:solidFill>
                  <a:schemeClr val="bg2">
                    <a:lumMod val="10000"/>
                  </a:schemeClr>
                </a:solidFill>
                <a:latin typeface="Cambria" panose="02040503050406030204" pitchFamily="18" charset="0"/>
                <a:ea typeface="Cambria" panose="02040503050406030204" pitchFamily="18" charset="0"/>
                <a:cs typeface="Verdana"/>
                <a:sym typeface="Verdana"/>
              </a:rPr>
              <a:t>B.Tech – CSE(AI&amp;ML)</a:t>
            </a:r>
          </a:p>
          <a:p>
            <a:pPr lvl="0">
              <a:buClr>
                <a:srgbClr val="17365D"/>
              </a:buClr>
              <a:buSzPct val="100000"/>
            </a:pPr>
            <a:r>
              <a:rPr lang="en-US" sz="2000" b="1" dirty="0">
                <a:solidFill>
                  <a:schemeClr val="accent1"/>
                </a:solidFill>
                <a:latin typeface="Cambria" panose="02040503050406030204" pitchFamily="18" charset="0"/>
                <a:ea typeface="Cambria" panose="02040503050406030204" pitchFamily="18" charset="0"/>
                <a:cs typeface="Verdana"/>
                <a:sym typeface="Verdana"/>
              </a:rPr>
              <a:t>Name of the </a:t>
            </a:r>
            <a:r>
              <a:rPr lang="en-US" sz="2000" b="1" dirty="0" err="1">
                <a:solidFill>
                  <a:schemeClr val="accent1"/>
                </a:solidFill>
                <a:latin typeface="Cambria" panose="02040503050406030204" pitchFamily="18" charset="0"/>
                <a:ea typeface="Cambria" panose="02040503050406030204" pitchFamily="18" charset="0"/>
                <a:cs typeface="Verdana"/>
                <a:sym typeface="Verdana"/>
              </a:rPr>
              <a:t>HoD</a:t>
            </a:r>
            <a:r>
              <a:rPr lang="en-US" sz="2000" b="1" dirty="0">
                <a:solidFill>
                  <a:schemeClr val="accent1"/>
                </a:solidFill>
                <a:latin typeface="Cambria" panose="02040503050406030204" pitchFamily="18" charset="0"/>
                <a:ea typeface="Cambria" panose="02040503050406030204" pitchFamily="18" charset="0"/>
                <a:cs typeface="Verdana"/>
                <a:sym typeface="Verdana"/>
              </a:rPr>
              <a:t>: </a:t>
            </a:r>
            <a:r>
              <a:rPr lang="en-US" sz="2000" b="1" dirty="0">
                <a:solidFill>
                  <a:schemeClr val="bg2">
                    <a:lumMod val="10000"/>
                  </a:schemeClr>
                </a:solidFill>
                <a:latin typeface="Cambria" panose="02040503050406030204" pitchFamily="18" charset="0"/>
                <a:ea typeface="Cambria" panose="02040503050406030204" pitchFamily="18" charset="0"/>
                <a:cs typeface="Verdana"/>
                <a:sym typeface="Verdana"/>
              </a:rPr>
              <a:t>Dr. Zafar Ali Khan N</a:t>
            </a:r>
          </a:p>
          <a:p>
            <a:pPr lvl="0">
              <a:buClr>
                <a:srgbClr val="17365D"/>
              </a:buClr>
              <a:buSzPct val="100000"/>
            </a:pPr>
            <a:r>
              <a:rPr lang="en-US" sz="2000" b="1" dirty="0">
                <a:solidFill>
                  <a:schemeClr val="accent1"/>
                </a:solidFill>
                <a:latin typeface="Cambria" panose="02040503050406030204" pitchFamily="18" charset="0"/>
                <a:ea typeface="Cambria" panose="02040503050406030204" pitchFamily="18" charset="0"/>
                <a:cs typeface="Verdana"/>
                <a:sym typeface="Verdana"/>
              </a:rPr>
              <a:t>Name of the Program Internship Coordinator: </a:t>
            </a:r>
            <a:r>
              <a:rPr lang="en-US" sz="2000" b="1" dirty="0">
                <a:solidFill>
                  <a:schemeClr val="bg2">
                    <a:lumMod val="10000"/>
                  </a:schemeClr>
                </a:solidFill>
                <a:latin typeface="Cambria" panose="02040503050406030204" pitchFamily="18" charset="0"/>
                <a:ea typeface="Cambria" panose="02040503050406030204" pitchFamily="18" charset="0"/>
                <a:cs typeface="Verdana"/>
                <a:sym typeface="Verdana"/>
              </a:rPr>
              <a:t>Dr. Anandan B</a:t>
            </a:r>
          </a:p>
          <a:p>
            <a:pPr lvl="0">
              <a:buClr>
                <a:srgbClr val="17365D"/>
              </a:buClr>
              <a:buSzPct val="100000"/>
            </a:pPr>
            <a:r>
              <a:rPr lang="en-US" sz="2000" b="1" dirty="0">
                <a:solidFill>
                  <a:schemeClr val="accent1"/>
                </a:solidFill>
                <a:latin typeface="Cambria" panose="02040503050406030204" pitchFamily="18" charset="0"/>
                <a:ea typeface="Cambria" panose="02040503050406030204" pitchFamily="18" charset="0"/>
                <a:cs typeface="Verdana"/>
                <a:sym typeface="Verdana"/>
              </a:rPr>
              <a:t>Name of the School Internship Coordinator: </a:t>
            </a:r>
            <a:r>
              <a:rPr lang="en-US" sz="2000" b="1" dirty="0">
                <a:latin typeface="Cambria" panose="02040503050406030204" pitchFamily="18" charset="0"/>
                <a:ea typeface="Cambria" panose="02040503050406030204" pitchFamily="18" charset="0"/>
                <a:cs typeface="Verdana"/>
                <a:sym typeface="Verdana"/>
              </a:rPr>
              <a:t>Dr. Md Ziaur Rahman</a:t>
            </a:r>
          </a:p>
        </p:txBody>
      </p:sp>
    </p:spTree>
    <p:extLst>
      <p:ext uri="{BB962C8B-B14F-4D97-AF65-F5344CB8AC3E}">
        <p14:creationId xmlns:p14="http://schemas.microsoft.com/office/powerpoint/2010/main" val="30667245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latin typeface="Cambria" panose="02040503050406030204" pitchFamily="18" charset="0"/>
                <a:ea typeface="Cambria" panose="02040503050406030204" pitchFamily="18" charset="0"/>
              </a:rPr>
              <a:t>Content</a:t>
            </a:r>
            <a:endParaRPr dirty="0">
              <a:latin typeface="Cambria" panose="02040503050406030204" pitchFamily="18" charset="0"/>
              <a:ea typeface="Cambria" panose="02040503050406030204" pitchFamily="18" charset="0"/>
            </a:endParaRPr>
          </a:p>
        </p:txBody>
      </p:sp>
      <p:sp>
        <p:nvSpPr>
          <p:cNvPr id="97" name="Google Shape;97;p14"/>
          <p:cNvSpPr txBox="1">
            <a:spLocks noGrp="1"/>
          </p:cNvSpPr>
          <p:nvPr>
            <p:ph type="body" idx="1"/>
          </p:nvPr>
        </p:nvSpPr>
        <p:spPr>
          <a:xfrm>
            <a:off x="704516" y="902370"/>
            <a:ext cx="10668000" cy="4377968"/>
          </a:xfrm>
          <a:prstGeom prst="rect">
            <a:avLst/>
          </a:prstGeom>
          <a:noFill/>
          <a:ln>
            <a:noFill/>
          </a:ln>
        </p:spPr>
        <p:txBody>
          <a:bodyPr spcFirstLastPara="1" wrap="square" lIns="91425" tIns="45700" rIns="91425" bIns="45700" anchor="t" anchorCtr="0">
            <a:noAutofit/>
          </a:bodyPr>
          <a:lstStyle/>
          <a:p>
            <a:pPr marL="495300" indent="-342900" algn="just">
              <a:lnSpc>
                <a:spcPct val="100000"/>
              </a:lnSpc>
              <a:spcBef>
                <a:spcPts val="0"/>
              </a:spcBef>
              <a:buFont typeface="Wingdings" panose="05000000000000000000" pitchFamily="2" charset="2"/>
              <a:buChar char="Ø"/>
            </a:pPr>
            <a:r>
              <a:rPr lang="en-US" sz="2000" b="1" dirty="0">
                <a:solidFill>
                  <a:srgbClr val="0070C0"/>
                </a:solidFill>
                <a:latin typeface="Times New Roman" panose="02020603050405020304" pitchFamily="18" charset="0"/>
                <a:cs typeface="Times New Roman" panose="02020603050405020304" pitchFamily="18" charset="0"/>
              </a:rPr>
              <a:t>About Company or Organization</a:t>
            </a:r>
          </a:p>
          <a:p>
            <a:pPr marL="495300" indent="-342900" algn="just">
              <a:lnSpc>
                <a:spcPct val="100000"/>
              </a:lnSpc>
              <a:spcBef>
                <a:spcPts val="0"/>
              </a:spcBef>
              <a:buFont typeface="Wingdings" panose="05000000000000000000" pitchFamily="2" charset="2"/>
              <a:buChar char="Ø"/>
            </a:pPr>
            <a:r>
              <a:rPr lang="en-IN" sz="2000" b="1" dirty="0">
                <a:solidFill>
                  <a:schemeClr val="accent1">
                    <a:lumMod val="75000"/>
                  </a:schemeClr>
                </a:solidFill>
                <a:latin typeface="Times New Roman" panose="02020603050405020304" pitchFamily="18" charset="0"/>
                <a:cs typeface="Times New Roman" panose="02020603050405020304" pitchFamily="18" charset="0"/>
              </a:rPr>
              <a:t>Working domain or the technology</a:t>
            </a:r>
            <a:endParaRPr lang="en-US" sz="2000" dirty="0">
              <a:latin typeface="Cambria" panose="02040503050406030204" pitchFamily="18" charset="0"/>
              <a:ea typeface="Cambria" panose="02040503050406030204" pitchFamily="18" charset="0"/>
            </a:endParaRPr>
          </a:p>
          <a:p>
            <a:pPr marL="495300" indent="-342900" algn="just">
              <a:lnSpc>
                <a:spcPct val="100000"/>
              </a:lnSpc>
              <a:spcBef>
                <a:spcPts val="0"/>
              </a:spcBef>
              <a:buFont typeface="Wingdings" panose="05000000000000000000" pitchFamily="2" charset="2"/>
              <a:buChar char="Ø"/>
            </a:pPr>
            <a:r>
              <a:rPr lang="en-IN" sz="2000" b="1" dirty="0">
                <a:solidFill>
                  <a:schemeClr val="accent1">
                    <a:lumMod val="75000"/>
                  </a:schemeClr>
                </a:solidFill>
                <a:latin typeface="Times New Roman" panose="02020603050405020304" pitchFamily="18" charset="0"/>
                <a:cs typeface="Times New Roman" panose="02020603050405020304" pitchFamily="18" charset="0"/>
              </a:rPr>
              <a:t>About your team and reporting Manager</a:t>
            </a:r>
            <a:endParaRPr lang="en-US" sz="2000" dirty="0">
              <a:latin typeface="Cambria" panose="02040503050406030204" pitchFamily="18" charset="0"/>
              <a:ea typeface="Cambria" panose="02040503050406030204" pitchFamily="18" charset="0"/>
            </a:endParaRPr>
          </a:p>
          <a:p>
            <a:pPr marL="495300" indent="-342900" algn="just">
              <a:lnSpc>
                <a:spcPct val="100000"/>
              </a:lnSpc>
              <a:spcBef>
                <a:spcPts val="0"/>
              </a:spcBef>
              <a:buFont typeface="Wingdings" panose="05000000000000000000" pitchFamily="2" charset="2"/>
              <a:buChar char="Ø"/>
            </a:pPr>
            <a:r>
              <a:rPr lang="en-IN" sz="2000" b="1" dirty="0">
                <a:solidFill>
                  <a:schemeClr val="accent1">
                    <a:lumMod val="75000"/>
                  </a:schemeClr>
                </a:solidFill>
                <a:latin typeface="Times New Roman" panose="02020603050405020304" pitchFamily="18" charset="0"/>
                <a:cs typeface="Times New Roman" panose="02020603050405020304" pitchFamily="18" charset="0"/>
              </a:rPr>
              <a:t>Challenges Faced in Internship</a:t>
            </a:r>
            <a:endParaRPr lang="en-US" sz="2000" dirty="0">
              <a:latin typeface="Cambria" panose="02040503050406030204" pitchFamily="18" charset="0"/>
              <a:ea typeface="Cambria" panose="02040503050406030204" pitchFamily="18" charset="0"/>
            </a:endParaRPr>
          </a:p>
          <a:p>
            <a:pPr marL="495300" indent="-342900" algn="just">
              <a:lnSpc>
                <a:spcPct val="100000"/>
              </a:lnSpc>
              <a:spcBef>
                <a:spcPts val="0"/>
              </a:spcBef>
              <a:buFont typeface="Wingdings" panose="05000000000000000000" pitchFamily="2" charset="2"/>
              <a:buChar char="Ø"/>
            </a:pPr>
            <a:r>
              <a:rPr lang="en-IN" sz="2000" b="1" dirty="0">
                <a:solidFill>
                  <a:schemeClr val="accent1">
                    <a:lumMod val="75000"/>
                  </a:schemeClr>
                </a:solidFill>
                <a:latin typeface="Times New Roman" panose="02020603050405020304" pitchFamily="18" charset="0"/>
                <a:cs typeface="Times New Roman" panose="02020603050405020304" pitchFamily="18" charset="0"/>
              </a:rPr>
              <a:t>Objectives of the work</a:t>
            </a:r>
          </a:p>
          <a:p>
            <a:pPr marL="495300" indent="-342900" algn="just">
              <a:lnSpc>
                <a:spcPct val="100000"/>
              </a:lnSpc>
              <a:spcBef>
                <a:spcPts val="0"/>
              </a:spcBef>
              <a:buFont typeface="Wingdings" panose="05000000000000000000" pitchFamily="2" charset="2"/>
              <a:buChar char="Ø"/>
            </a:pPr>
            <a:r>
              <a:rPr lang="en-IN" sz="2000" b="1" dirty="0">
                <a:solidFill>
                  <a:schemeClr val="accent1">
                    <a:lumMod val="75000"/>
                  </a:schemeClr>
                </a:solidFill>
                <a:latin typeface="Times New Roman" panose="02020603050405020304" pitchFamily="18" charset="0"/>
                <a:cs typeface="Times New Roman" panose="02020603050405020304" pitchFamily="18" charset="0"/>
              </a:rPr>
              <a:t>Literature Review</a:t>
            </a:r>
          </a:p>
          <a:p>
            <a:pPr marL="495300" indent="-342900" algn="just">
              <a:lnSpc>
                <a:spcPct val="100000"/>
              </a:lnSpc>
              <a:spcBef>
                <a:spcPts val="0"/>
              </a:spcBef>
              <a:buFont typeface="Wingdings" panose="05000000000000000000" pitchFamily="2" charset="2"/>
              <a:buChar char="Ø"/>
            </a:pPr>
            <a:r>
              <a:rPr lang="en-IN" sz="2000" b="1" dirty="0">
                <a:solidFill>
                  <a:schemeClr val="accent1">
                    <a:lumMod val="75000"/>
                  </a:schemeClr>
                </a:solidFill>
                <a:latin typeface="Times New Roman" panose="02020603050405020304" pitchFamily="18" charset="0"/>
                <a:cs typeface="Times New Roman" panose="02020603050405020304" pitchFamily="18" charset="0"/>
              </a:rPr>
              <a:t>Proposed System</a:t>
            </a:r>
          </a:p>
          <a:p>
            <a:pPr marL="495300" indent="-342900" algn="just">
              <a:lnSpc>
                <a:spcPct val="100000"/>
              </a:lnSpc>
              <a:spcBef>
                <a:spcPts val="0"/>
              </a:spcBef>
              <a:buFont typeface="Wingdings" panose="05000000000000000000" pitchFamily="2" charset="2"/>
              <a:buChar char="Ø"/>
            </a:pPr>
            <a:r>
              <a:rPr lang="en-IN" sz="2000" b="1" dirty="0">
                <a:solidFill>
                  <a:schemeClr val="accent1">
                    <a:lumMod val="75000"/>
                  </a:schemeClr>
                </a:solidFill>
                <a:latin typeface="Times New Roman" panose="02020603050405020304" pitchFamily="18" charset="0"/>
                <a:cs typeface="Times New Roman" panose="02020603050405020304" pitchFamily="18" charset="0"/>
              </a:rPr>
              <a:t>Problem Statement</a:t>
            </a:r>
          </a:p>
          <a:p>
            <a:pPr marL="495300" indent="-342900" algn="just">
              <a:lnSpc>
                <a:spcPct val="100000"/>
              </a:lnSpc>
              <a:spcBef>
                <a:spcPts val="0"/>
              </a:spcBef>
              <a:buFont typeface="Wingdings" panose="05000000000000000000" pitchFamily="2" charset="2"/>
              <a:buChar char="Ø"/>
            </a:pPr>
            <a:r>
              <a:rPr lang="en-IN" sz="2000" b="1" dirty="0">
                <a:solidFill>
                  <a:schemeClr val="accent1">
                    <a:lumMod val="75000"/>
                  </a:schemeClr>
                </a:solidFill>
                <a:latin typeface="Times New Roman" panose="02020603050405020304" pitchFamily="18" charset="0"/>
                <a:cs typeface="Times New Roman" panose="02020603050405020304" pitchFamily="18" charset="0"/>
              </a:rPr>
              <a:t>System Requirements</a:t>
            </a:r>
          </a:p>
          <a:p>
            <a:pPr marL="495300" indent="-342900" algn="just">
              <a:lnSpc>
                <a:spcPct val="100000"/>
              </a:lnSpc>
              <a:spcBef>
                <a:spcPts val="0"/>
              </a:spcBef>
              <a:buFont typeface="Wingdings" panose="05000000000000000000" pitchFamily="2" charset="2"/>
              <a:buChar char="Ø"/>
            </a:pPr>
            <a:r>
              <a:rPr lang="en-IN" sz="2000" b="1" dirty="0">
                <a:solidFill>
                  <a:schemeClr val="accent1">
                    <a:lumMod val="75000"/>
                  </a:schemeClr>
                </a:solidFill>
                <a:latin typeface="Times New Roman" panose="02020603050405020304" pitchFamily="18" charset="0"/>
                <a:cs typeface="Times New Roman" panose="02020603050405020304" pitchFamily="18" charset="0"/>
              </a:rPr>
              <a:t>Advantages of Proposed System/Work</a:t>
            </a:r>
          </a:p>
          <a:p>
            <a:pPr marL="495300" indent="-342900" algn="just">
              <a:lnSpc>
                <a:spcPct val="100000"/>
              </a:lnSpc>
              <a:spcBef>
                <a:spcPts val="0"/>
              </a:spcBef>
              <a:buFont typeface="Wingdings" panose="05000000000000000000" pitchFamily="2" charset="2"/>
              <a:buChar char="Ø"/>
            </a:pPr>
            <a:r>
              <a:rPr lang="en-IN" sz="2000" b="1" dirty="0">
                <a:solidFill>
                  <a:schemeClr val="accent1">
                    <a:lumMod val="75000"/>
                  </a:schemeClr>
                </a:solidFill>
                <a:latin typeface="Times New Roman" panose="02020603050405020304" pitchFamily="18" charset="0"/>
                <a:cs typeface="Times New Roman" panose="02020603050405020304" pitchFamily="18" charset="0"/>
              </a:rPr>
              <a:t>System Design</a:t>
            </a:r>
          </a:p>
          <a:p>
            <a:pPr marL="495300" indent="-342900" algn="just">
              <a:lnSpc>
                <a:spcPct val="100000"/>
              </a:lnSpc>
              <a:spcBef>
                <a:spcPts val="0"/>
              </a:spcBef>
              <a:buFont typeface="Wingdings" panose="05000000000000000000" pitchFamily="2" charset="2"/>
              <a:buChar char="Ø"/>
            </a:pPr>
            <a:r>
              <a:rPr lang="en-IN" sz="2000" b="1" dirty="0">
                <a:solidFill>
                  <a:schemeClr val="accent1">
                    <a:lumMod val="75000"/>
                  </a:schemeClr>
                </a:solidFill>
                <a:latin typeface="Times New Roman" panose="02020603050405020304" pitchFamily="18" charset="0"/>
                <a:cs typeface="Times New Roman" panose="02020603050405020304" pitchFamily="18" charset="0"/>
              </a:rPr>
              <a:t>System Implementation</a:t>
            </a:r>
          </a:p>
          <a:p>
            <a:pPr marL="495300" indent="-342900" algn="just">
              <a:lnSpc>
                <a:spcPct val="100000"/>
              </a:lnSpc>
              <a:spcBef>
                <a:spcPts val="0"/>
              </a:spcBef>
              <a:buFont typeface="Wingdings" panose="05000000000000000000" pitchFamily="2" charset="2"/>
              <a:buChar char="Ø"/>
            </a:pPr>
            <a:r>
              <a:rPr lang="en-IN" sz="2000" b="1" dirty="0">
                <a:solidFill>
                  <a:schemeClr val="accent1">
                    <a:lumMod val="75000"/>
                  </a:schemeClr>
                </a:solidFill>
                <a:latin typeface="Times New Roman" panose="02020603050405020304" pitchFamily="18" charset="0"/>
                <a:cs typeface="Times New Roman" panose="02020603050405020304" pitchFamily="18" charset="0"/>
              </a:rPr>
              <a:t>System Testing</a:t>
            </a:r>
          </a:p>
          <a:p>
            <a:pPr marL="495300" indent="-342900" algn="just">
              <a:lnSpc>
                <a:spcPct val="100000"/>
              </a:lnSpc>
              <a:spcBef>
                <a:spcPts val="0"/>
              </a:spcBef>
              <a:buFont typeface="Wingdings" panose="05000000000000000000" pitchFamily="2" charset="2"/>
              <a:buChar char="Ø"/>
            </a:pPr>
            <a:r>
              <a:rPr lang="en-IN" sz="2000" b="1" dirty="0">
                <a:solidFill>
                  <a:schemeClr val="accent1">
                    <a:lumMod val="75000"/>
                  </a:schemeClr>
                </a:solidFill>
                <a:latin typeface="Times New Roman" panose="02020603050405020304" pitchFamily="18" charset="0"/>
                <a:cs typeface="Times New Roman" panose="02020603050405020304" pitchFamily="18" charset="0"/>
              </a:rPr>
              <a:t>Conclusion</a:t>
            </a:r>
          </a:p>
          <a:p>
            <a:pPr marL="495300" indent="-342900" algn="just">
              <a:lnSpc>
                <a:spcPct val="100000"/>
              </a:lnSpc>
              <a:spcBef>
                <a:spcPts val="0"/>
              </a:spcBef>
              <a:buFont typeface="Wingdings" panose="05000000000000000000" pitchFamily="2" charset="2"/>
              <a:buChar char="Ø"/>
            </a:pPr>
            <a:r>
              <a:rPr lang="en-IN" sz="2000" b="1" dirty="0">
                <a:solidFill>
                  <a:schemeClr val="accent1">
                    <a:lumMod val="75000"/>
                  </a:schemeClr>
                </a:solidFill>
                <a:latin typeface="Times New Roman" panose="02020603050405020304" pitchFamily="18" charset="0"/>
                <a:cs typeface="Times New Roman" panose="02020603050405020304" pitchFamily="18" charset="0"/>
              </a:rPr>
              <a:t>References</a:t>
            </a:r>
          </a:p>
          <a:p>
            <a:pPr marL="495300" indent="-342900" algn="just">
              <a:lnSpc>
                <a:spcPct val="100000"/>
              </a:lnSpc>
              <a:spcBef>
                <a:spcPts val="0"/>
              </a:spcBef>
              <a:buFont typeface="Wingdings" panose="05000000000000000000" pitchFamily="2" charset="2"/>
              <a:buChar char="Ø"/>
            </a:pPr>
            <a:r>
              <a:rPr lang="en-IN" sz="2000" b="1" dirty="0">
                <a:solidFill>
                  <a:schemeClr val="accent1">
                    <a:lumMod val="75000"/>
                  </a:schemeClr>
                </a:solidFill>
                <a:latin typeface="Times New Roman" panose="02020603050405020304" pitchFamily="18" charset="0"/>
                <a:cs typeface="Times New Roman" panose="02020603050405020304" pitchFamily="18" charset="0"/>
              </a:rPr>
              <a:t>Github Link</a:t>
            </a:r>
            <a:endParaRPr lang="en-US" sz="2000" dirty="0">
              <a:latin typeface="Cambria" panose="02040503050406030204" pitchFamily="18" charset="0"/>
              <a:ea typeface="Cambria" panose="02040503050406030204" pitchFamily="18" charset="0"/>
            </a:endParaRPr>
          </a:p>
          <a:p>
            <a:pPr marL="495300" lvl="0" indent="-342900" algn="just" rtl="0">
              <a:lnSpc>
                <a:spcPct val="100000"/>
              </a:lnSpc>
              <a:spcBef>
                <a:spcPts val="0"/>
              </a:spcBef>
              <a:spcAft>
                <a:spcPts val="0"/>
              </a:spcAft>
              <a:buClr>
                <a:schemeClr val="dk1"/>
              </a:buClr>
              <a:buSzPts val="2400"/>
              <a:buFont typeface="Wingdings" panose="05000000000000000000" pitchFamily="2" charset="2"/>
              <a:buChar char="Ø"/>
            </a:pPr>
            <a:endParaRPr sz="2000"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35629404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679904"/>
          </a:xfrm>
        </p:spPr>
        <p:txBody>
          <a:bodyPr/>
          <a:lstStyle/>
          <a:p>
            <a:r>
              <a:rPr lang="en-US" sz="3200" b="1" dirty="0">
                <a:solidFill>
                  <a:srgbClr val="0070C0"/>
                </a:solidFill>
                <a:latin typeface="Times New Roman" panose="02020603050405020304" pitchFamily="18" charset="0"/>
                <a:cs typeface="Times New Roman" panose="02020603050405020304" pitchFamily="18" charset="0"/>
              </a:rPr>
              <a:t>About Company or Organization</a:t>
            </a:r>
          </a:p>
        </p:txBody>
      </p:sp>
      <p:sp>
        <p:nvSpPr>
          <p:cNvPr id="3" name="Content Placeholder 2"/>
          <p:cNvSpPr>
            <a:spLocks noGrp="1"/>
          </p:cNvSpPr>
          <p:nvPr>
            <p:ph idx="1"/>
          </p:nvPr>
        </p:nvSpPr>
        <p:spPr>
          <a:xfrm>
            <a:off x="752354" y="1230225"/>
            <a:ext cx="10601446" cy="4568691"/>
          </a:xfrm>
        </p:spPr>
        <p:txBody>
          <a:bodyPr>
            <a:normAutofit/>
          </a:bodyPr>
          <a:lstStyle/>
          <a:p>
            <a:pPr algn="just"/>
            <a:r>
              <a:rPr lang="en-US" dirty="0">
                <a:latin typeface="Times New Roman" panose="02020603050405020304" pitchFamily="18" charset="0"/>
                <a:cs typeface="Times New Roman" panose="02020603050405020304" pitchFamily="18" charset="0"/>
              </a:rPr>
              <a:t>It is a cybersecurity-focused technology consulting and services company that helps organizations strengthen their security posture and resilience against emerging threats. </a:t>
            </a:r>
          </a:p>
          <a:p>
            <a:pPr algn="just"/>
            <a:r>
              <a:rPr lang="en-US" dirty="0">
                <a:latin typeface="Times New Roman" panose="02020603050405020304" pitchFamily="18" charset="0"/>
                <a:cs typeface="Times New Roman" panose="02020603050405020304" pitchFamily="18" charset="0"/>
              </a:rPr>
              <a:t>Their solutions are built using advanced technologies including AI, Machine Learning, scalable analytics, and future-proof platforms to enhance detection, defense and response capabilities in real time. </a:t>
            </a:r>
          </a:p>
          <a:p>
            <a:pPr algn="just"/>
            <a:r>
              <a:rPr lang="en-US" dirty="0">
                <a:latin typeface="Times New Roman" panose="02020603050405020304" pitchFamily="18" charset="0"/>
                <a:cs typeface="Times New Roman" panose="02020603050405020304" pitchFamily="18" charset="0"/>
              </a:rPr>
              <a:t>The company </a:t>
            </a:r>
            <a:r>
              <a:rPr lang="en-US" dirty="0" err="1">
                <a:latin typeface="Times New Roman" panose="02020603050405020304" pitchFamily="18" charset="0"/>
                <a:cs typeface="Times New Roman" panose="02020603050405020304" pitchFamily="18" charset="0"/>
              </a:rPr>
              <a:t>emphasises</a:t>
            </a:r>
            <a:r>
              <a:rPr lang="en-US" dirty="0">
                <a:latin typeface="Times New Roman" panose="02020603050405020304" pitchFamily="18" charset="0"/>
                <a:cs typeface="Times New Roman" panose="02020603050405020304" pitchFamily="18" charset="0"/>
              </a:rPr>
              <a:t> customer-centricity, innovation, flexibility and business-aligned solutions in all its offerings. </a:t>
            </a: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3</a:t>
            </a:fld>
            <a:endParaRPr lang="en-US" altLang="en-US"/>
          </a:p>
        </p:txBody>
      </p:sp>
    </p:spTree>
    <p:extLst>
      <p:ext uri="{BB962C8B-B14F-4D97-AF65-F5344CB8AC3E}">
        <p14:creationId xmlns:p14="http://schemas.microsoft.com/office/powerpoint/2010/main" val="15581389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19241"/>
          </a:xfrm>
        </p:spPr>
        <p:txBody>
          <a:bodyPr/>
          <a:lstStyle/>
          <a:p>
            <a:r>
              <a:rPr lang="en-IN" sz="3200" b="1" dirty="0">
                <a:solidFill>
                  <a:schemeClr val="accent1">
                    <a:lumMod val="75000"/>
                  </a:schemeClr>
                </a:solidFill>
                <a:latin typeface="Times New Roman" panose="02020603050405020304" pitchFamily="18" charset="0"/>
                <a:cs typeface="Times New Roman" panose="02020603050405020304" pitchFamily="18" charset="0"/>
              </a:rPr>
              <a:t>Working domain or the technology</a:t>
            </a:r>
          </a:p>
        </p:txBody>
      </p:sp>
      <p:sp>
        <p:nvSpPr>
          <p:cNvPr id="3" name="Content Placeholder 2"/>
          <p:cNvSpPr>
            <a:spLocks noGrp="1"/>
          </p:cNvSpPr>
          <p:nvPr>
            <p:ph idx="1"/>
          </p:nvPr>
        </p:nvSpPr>
        <p:spPr>
          <a:xfrm>
            <a:off x="231494" y="1184367"/>
            <a:ext cx="11354764" cy="4058194"/>
          </a:xfrm>
        </p:spPr>
        <p:txBody>
          <a:bodyPr>
            <a:normAutofit/>
          </a:bodyPr>
          <a:lstStyle/>
          <a:p>
            <a:endParaRPr lang="en-US" sz="2600" b="1" dirty="0">
              <a:latin typeface="Times New Roman" panose="02020603050405020304" pitchFamily="18" charset="0"/>
              <a:cs typeface="Times New Roman" panose="02020603050405020304" pitchFamily="18" charset="0"/>
            </a:endParaRPr>
          </a:p>
          <a:p>
            <a:r>
              <a:rPr lang="en-US" sz="2600" b="1" dirty="0">
                <a:latin typeface="Times New Roman" panose="02020603050405020304" pitchFamily="18" charset="0"/>
                <a:cs typeface="Times New Roman" panose="02020603050405020304" pitchFamily="18" charset="0"/>
              </a:rPr>
              <a:t>SOC (Security Operations Center):</a:t>
            </a:r>
            <a:br>
              <a:rPr lang="en-US" sz="2600" dirty="0">
                <a:latin typeface="Times New Roman" panose="02020603050405020304" pitchFamily="18" charset="0"/>
                <a:cs typeface="Times New Roman" panose="02020603050405020304" pitchFamily="18" charset="0"/>
              </a:rPr>
            </a:br>
            <a:r>
              <a:rPr lang="en-US" sz="2600" dirty="0">
                <a:latin typeface="Times New Roman" panose="02020603050405020304" pitchFamily="18" charset="0"/>
                <a:cs typeface="Times New Roman" panose="02020603050405020304" pitchFamily="18" charset="0"/>
              </a:rPr>
              <a:t>Introduced to log monitoring, incident detection, and alert triage workflows.</a:t>
            </a:r>
          </a:p>
          <a:p>
            <a:r>
              <a:rPr lang="en-US" sz="2600" b="1" dirty="0">
                <a:latin typeface="Times New Roman" panose="02020603050405020304" pitchFamily="18" charset="0"/>
                <a:cs typeface="Times New Roman" panose="02020603050405020304" pitchFamily="18" charset="0"/>
              </a:rPr>
              <a:t>MDR with AI Agent Capabilities:</a:t>
            </a:r>
            <a:br>
              <a:rPr lang="en-US" sz="2600" dirty="0">
                <a:latin typeface="Times New Roman" panose="02020603050405020304" pitchFamily="18" charset="0"/>
                <a:cs typeface="Times New Roman" panose="02020603050405020304" pitchFamily="18" charset="0"/>
              </a:rPr>
            </a:br>
            <a:r>
              <a:rPr lang="en-US" sz="2600" dirty="0">
                <a:latin typeface="Times New Roman" panose="02020603050405020304" pitchFamily="18" charset="0"/>
                <a:cs typeface="Times New Roman" panose="02020603050405020304" pitchFamily="18" charset="0"/>
              </a:rPr>
              <a:t>Worked on building a Managed Detection and Response (MDR) system enhanced with AI agent–based threat analysis and automation.</a:t>
            </a:r>
          </a:p>
          <a:p>
            <a:r>
              <a:rPr lang="en-US" sz="2600" b="1" dirty="0">
                <a:latin typeface="Times New Roman" panose="02020603050405020304" pitchFamily="18" charset="0"/>
                <a:cs typeface="Times New Roman" panose="02020603050405020304" pitchFamily="18" charset="0"/>
              </a:rPr>
              <a:t>VAPT (Vulnerability Assessment &amp; Penetration Testing):</a:t>
            </a:r>
          </a:p>
          <a:p>
            <a:pPr marL="457200" lvl="1" indent="0">
              <a:buNone/>
            </a:pPr>
            <a:r>
              <a:rPr lang="en-US" sz="2600" dirty="0">
                <a:latin typeface="Times New Roman" panose="02020603050405020304" pitchFamily="18" charset="0"/>
                <a:cs typeface="Times New Roman" panose="02020603050405020304" pitchFamily="18" charset="0"/>
              </a:rPr>
              <a:t>Solved some labs to explore and learn the Burp Suite Tool for pen testing.</a:t>
            </a: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4</a:t>
            </a:fld>
            <a:endParaRPr lang="en-US" altLang="en-US"/>
          </a:p>
        </p:txBody>
      </p:sp>
    </p:spTree>
    <p:extLst>
      <p:ext uri="{BB962C8B-B14F-4D97-AF65-F5344CB8AC3E}">
        <p14:creationId xmlns:p14="http://schemas.microsoft.com/office/powerpoint/2010/main" val="6586821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19241"/>
          </a:xfrm>
        </p:spPr>
        <p:txBody>
          <a:bodyPr/>
          <a:lstStyle/>
          <a:p>
            <a:r>
              <a:rPr lang="en-IN" sz="3200" b="1" dirty="0">
                <a:solidFill>
                  <a:schemeClr val="accent1">
                    <a:lumMod val="75000"/>
                  </a:schemeClr>
                </a:solidFill>
                <a:latin typeface="Times New Roman" panose="02020603050405020304" pitchFamily="18" charset="0"/>
                <a:cs typeface="Times New Roman" panose="02020603050405020304" pitchFamily="18" charset="0"/>
              </a:rPr>
              <a:t>About your team and reporting Manager</a:t>
            </a:r>
          </a:p>
        </p:txBody>
      </p:sp>
      <p:sp>
        <p:nvSpPr>
          <p:cNvPr id="3" name="Content Placeholder 2"/>
          <p:cNvSpPr>
            <a:spLocks noGrp="1"/>
          </p:cNvSpPr>
          <p:nvPr>
            <p:ph idx="1"/>
          </p:nvPr>
        </p:nvSpPr>
        <p:spPr>
          <a:xfrm>
            <a:off x="838200" y="1184367"/>
            <a:ext cx="10515600" cy="4058194"/>
          </a:xfrm>
        </p:spPr>
        <p:txBody>
          <a:bodyPr>
            <a:normAutofit/>
          </a:bodyPr>
          <a:lstStyle/>
          <a:p>
            <a:pPr marL="0" indent="0">
              <a:buNone/>
            </a:pPr>
            <a:r>
              <a:rPr lang="en-IN" sz="2600" b="1" dirty="0">
                <a:latin typeface="Times New Roman" panose="02020603050405020304" pitchFamily="18" charset="0"/>
                <a:cs typeface="Times New Roman" panose="02020603050405020304" pitchFamily="18" charset="0"/>
              </a:rPr>
              <a:t>Reporting Manager</a:t>
            </a:r>
            <a:r>
              <a:rPr lang="en-IN" sz="2600" dirty="0">
                <a:latin typeface="Times New Roman" panose="02020603050405020304" pitchFamily="18" charset="0"/>
                <a:cs typeface="Times New Roman" panose="02020603050405020304" pitchFamily="18" charset="0"/>
              </a:rPr>
              <a:t>:    AVP - Technology &amp; Services</a:t>
            </a:r>
          </a:p>
          <a:p>
            <a:pPr marL="0" indent="0">
              <a:buNone/>
            </a:pPr>
            <a:endParaRPr lang="en-IN" sz="2600" dirty="0">
              <a:latin typeface="Times New Roman" panose="02020603050405020304" pitchFamily="18" charset="0"/>
              <a:cs typeface="Times New Roman" panose="02020603050405020304" pitchFamily="18" charset="0"/>
            </a:endParaRPr>
          </a:p>
          <a:p>
            <a:pPr marL="0" indent="0">
              <a:buNone/>
            </a:pPr>
            <a:r>
              <a:rPr lang="en-IN" sz="2600" dirty="0">
                <a:latin typeface="Times New Roman" panose="02020603050405020304" pitchFamily="18" charset="0"/>
                <a:cs typeface="Times New Roman" panose="02020603050405020304" pitchFamily="18" charset="0"/>
              </a:rPr>
              <a:t>Project Team: Engineer</a:t>
            </a: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5</a:t>
            </a:fld>
            <a:endParaRPr lang="en-US" altLang="en-US"/>
          </a:p>
        </p:txBody>
      </p:sp>
    </p:spTree>
    <p:extLst>
      <p:ext uri="{BB962C8B-B14F-4D97-AF65-F5344CB8AC3E}">
        <p14:creationId xmlns:p14="http://schemas.microsoft.com/office/powerpoint/2010/main" val="25106966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19241"/>
          </a:xfrm>
        </p:spPr>
        <p:txBody>
          <a:bodyPr/>
          <a:lstStyle/>
          <a:p>
            <a:r>
              <a:rPr lang="en-IN" sz="3200" b="1" dirty="0">
                <a:solidFill>
                  <a:schemeClr val="accent1">
                    <a:lumMod val="75000"/>
                  </a:schemeClr>
                </a:solidFill>
                <a:latin typeface="Times New Roman" panose="02020603050405020304" pitchFamily="18" charset="0"/>
                <a:cs typeface="Times New Roman" panose="02020603050405020304" pitchFamily="18" charset="0"/>
              </a:rPr>
              <a:t>Challenges Faced in Internship</a:t>
            </a:r>
          </a:p>
        </p:txBody>
      </p:sp>
      <p:sp>
        <p:nvSpPr>
          <p:cNvPr id="3" name="Content Placeholder 2"/>
          <p:cNvSpPr>
            <a:spLocks noGrp="1"/>
          </p:cNvSpPr>
          <p:nvPr>
            <p:ph idx="1"/>
          </p:nvPr>
        </p:nvSpPr>
        <p:spPr>
          <a:xfrm>
            <a:off x="335667" y="1184367"/>
            <a:ext cx="11563108" cy="4058194"/>
          </a:xfrm>
        </p:spPr>
        <p:txBody>
          <a:bodyPr>
            <a:noAutofit/>
          </a:bodyPr>
          <a:lstStyle/>
          <a:p>
            <a:pPr algn="just"/>
            <a:r>
              <a:rPr lang="en-US" sz="2600" dirty="0">
                <a:latin typeface="Times New Roman" panose="02020603050405020304" pitchFamily="18" charset="0"/>
                <a:cs typeface="Times New Roman" panose="02020603050405020304" pitchFamily="18" charset="0"/>
              </a:rPr>
              <a:t>Navigating the high-pressure environment of a live Security Operations Center (SOC) and enterprise network architecture.</a:t>
            </a:r>
          </a:p>
          <a:p>
            <a:pPr algn="just"/>
            <a:r>
              <a:rPr lang="en-US" sz="2600" dirty="0">
                <a:latin typeface="Times New Roman" panose="02020603050405020304" pitchFamily="18" charset="0"/>
                <a:cs typeface="Times New Roman" panose="02020603050405020304" pitchFamily="18" charset="0"/>
              </a:rPr>
              <a:t>Balancing the steep learning curve of new tools, platforms, and advanced security workflows.</a:t>
            </a:r>
          </a:p>
          <a:p>
            <a:pPr algn="just"/>
            <a:r>
              <a:rPr lang="en-US" sz="2600" dirty="0">
                <a:latin typeface="Times New Roman" panose="02020603050405020304" pitchFamily="18" charset="0"/>
                <a:cs typeface="Times New Roman" panose="02020603050405020304" pitchFamily="18" charset="0"/>
              </a:rPr>
              <a:t>Applying theoretical concepts to real-world organizational and industry use cases.</a:t>
            </a:r>
          </a:p>
          <a:p>
            <a:pPr algn="just"/>
            <a:r>
              <a:rPr lang="en-US" sz="2600" dirty="0">
                <a:latin typeface="Times New Roman" panose="02020603050405020304" pitchFamily="18" charset="0"/>
                <a:cs typeface="Times New Roman" panose="02020603050405020304" pitchFamily="18" charset="0"/>
              </a:rPr>
              <a:t>Adapting to a new, highly complex technical domain combining AI and Cybersecurity.</a:t>
            </a:r>
          </a:p>
          <a:p>
            <a:pPr algn="just"/>
            <a:r>
              <a:rPr lang="en-US" sz="2600" dirty="0">
                <a:latin typeface="Times New Roman" panose="02020603050405020304" pitchFamily="18" charset="0"/>
                <a:cs typeface="Times New Roman" panose="02020603050405020304" pitchFamily="18" charset="0"/>
              </a:rPr>
              <a:t>Managing the operational and cognitive challenge of extreme alert fatigue and massive data overload.</a:t>
            </a:r>
          </a:p>
          <a:p>
            <a:pPr algn="just"/>
            <a:r>
              <a:rPr lang="en-US" sz="2600" dirty="0">
                <a:latin typeface="Times New Roman" panose="02020603050405020304" pitchFamily="18" charset="0"/>
                <a:cs typeface="Times New Roman" panose="02020603050405020304" pitchFamily="18" charset="0"/>
              </a:rPr>
              <a:t>Shifting from a defensive engineering mindset to an offensive one by mastering Vulnerability Assessment and Penetration Testing (VAPT).</a:t>
            </a:r>
            <a:endParaRPr lang="en-IN" sz="260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6</a:t>
            </a:fld>
            <a:endParaRPr lang="en-US" altLang="en-US"/>
          </a:p>
        </p:txBody>
      </p:sp>
    </p:spTree>
    <p:extLst>
      <p:ext uri="{BB962C8B-B14F-4D97-AF65-F5344CB8AC3E}">
        <p14:creationId xmlns:p14="http://schemas.microsoft.com/office/powerpoint/2010/main" val="12061569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19241"/>
          </a:xfrm>
        </p:spPr>
        <p:txBody>
          <a:bodyPr/>
          <a:lstStyle/>
          <a:p>
            <a:r>
              <a:rPr lang="en-IN" sz="3200" b="1" dirty="0">
                <a:solidFill>
                  <a:schemeClr val="accent1">
                    <a:lumMod val="75000"/>
                  </a:schemeClr>
                </a:solidFill>
                <a:latin typeface="Times New Roman" panose="02020603050405020304" pitchFamily="18" charset="0"/>
                <a:cs typeface="Times New Roman" panose="02020603050405020304" pitchFamily="18" charset="0"/>
              </a:rPr>
              <a:t>Objectives of the work</a:t>
            </a:r>
          </a:p>
        </p:txBody>
      </p:sp>
      <p:sp>
        <p:nvSpPr>
          <p:cNvPr id="3" name="Content Placeholder 2"/>
          <p:cNvSpPr>
            <a:spLocks noGrp="1"/>
          </p:cNvSpPr>
          <p:nvPr>
            <p:ph idx="1"/>
          </p:nvPr>
        </p:nvSpPr>
        <p:spPr>
          <a:xfrm>
            <a:off x="721971" y="1549491"/>
            <a:ext cx="10748058" cy="4267309"/>
          </a:xfrm>
        </p:spPr>
        <p:txBody>
          <a:bodyPr>
            <a:normAutofit fontScale="92500" lnSpcReduction="20000"/>
          </a:bodyPr>
          <a:lstStyle/>
          <a:p>
            <a:pPr algn="just"/>
            <a:r>
              <a:rPr lang="en-US" b="1" dirty="0">
                <a:latin typeface="Times New Roman" panose="02020603050405020304" pitchFamily="18" charset="0"/>
                <a:cs typeface="Times New Roman" panose="02020603050405020304" pitchFamily="18" charset="0"/>
              </a:rPr>
              <a:t>Unified Interoperability: </a:t>
            </a:r>
            <a:r>
              <a:rPr lang="en-US" dirty="0">
                <a:latin typeface="Times New Roman" panose="02020603050405020304" pitchFamily="18" charset="0"/>
                <a:cs typeface="Times New Roman" panose="02020603050405020304" pitchFamily="18" charset="0"/>
              </a:rPr>
              <a:t>Develop a vendor-agnostic AI agent (using MCP) that translates natural language threats into executable queries for any SIEM (Splunk, Sentinel, etc.) automatically.</a:t>
            </a:r>
          </a:p>
          <a:p>
            <a:pPr algn="just"/>
            <a:r>
              <a:rPr lang="en-US" b="1" dirty="0">
                <a:latin typeface="Times New Roman" panose="02020603050405020304" pitchFamily="18" charset="0"/>
                <a:cs typeface="Times New Roman" panose="02020603050405020304" pitchFamily="18" charset="0"/>
              </a:rPr>
              <a:t>Scalable Automation: </a:t>
            </a:r>
            <a:r>
              <a:rPr lang="en-US" dirty="0">
                <a:latin typeface="Times New Roman" panose="02020603050405020304" pitchFamily="18" charset="0"/>
                <a:cs typeface="Times New Roman" panose="02020603050405020304" pitchFamily="18" charset="0"/>
              </a:rPr>
              <a:t>Eliminate manual redundancy by implementing a "Write Once, Deploy Everywhere" framework that instantly propagates security rules across multiple tenants.</a:t>
            </a:r>
          </a:p>
          <a:p>
            <a:pPr algn="just"/>
            <a:r>
              <a:rPr lang="en-US" b="1" dirty="0">
                <a:latin typeface="Times New Roman" panose="02020603050405020304" pitchFamily="18" charset="0"/>
                <a:cs typeface="Times New Roman" panose="02020603050405020304" pitchFamily="18" charset="0"/>
              </a:rPr>
              <a:t>Proactive Threat Hunting: </a:t>
            </a:r>
            <a:r>
              <a:rPr lang="en-US" dirty="0">
                <a:latin typeface="Times New Roman" panose="02020603050405020304" pitchFamily="18" charset="0"/>
                <a:cs typeface="Times New Roman" panose="02020603050405020304" pitchFamily="18" charset="0"/>
              </a:rPr>
              <a:t>Shift operations from reactive to proactive by deploying autonomous agents that continuously search for and correlate hidden threats before alerts trigger.</a:t>
            </a:r>
          </a:p>
          <a:p>
            <a:pPr algn="just"/>
            <a:r>
              <a:rPr lang="en-US" b="1" dirty="0">
                <a:latin typeface="Times New Roman" panose="02020603050405020304" pitchFamily="18" charset="0"/>
                <a:cs typeface="Times New Roman" panose="02020603050405020304" pitchFamily="18" charset="0"/>
              </a:rPr>
              <a:t>Privacy-First Intelligence: </a:t>
            </a:r>
            <a:r>
              <a:rPr lang="en-US" dirty="0">
                <a:latin typeface="Times New Roman" panose="02020603050405020304" pitchFamily="18" charset="0"/>
                <a:cs typeface="Times New Roman" panose="02020603050405020304" pitchFamily="18" charset="0"/>
              </a:rPr>
              <a:t>Ensure strict data compliance by integrating real-time PII/sensitive data sanitization, allowing safe AI analysis without exposing client secrets.</a:t>
            </a: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7</a:t>
            </a:fld>
            <a:endParaRPr lang="en-US" altLang="en-US"/>
          </a:p>
        </p:txBody>
      </p:sp>
    </p:spTree>
    <p:extLst>
      <p:ext uri="{BB962C8B-B14F-4D97-AF65-F5344CB8AC3E}">
        <p14:creationId xmlns:p14="http://schemas.microsoft.com/office/powerpoint/2010/main" val="25163347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19241"/>
          </a:xfrm>
        </p:spPr>
        <p:txBody>
          <a:bodyPr/>
          <a:lstStyle/>
          <a:p>
            <a:pPr marL="152400" algn="just">
              <a:lnSpc>
                <a:spcPct val="100000"/>
              </a:lnSpc>
              <a:spcBef>
                <a:spcPts val="0"/>
              </a:spcBef>
            </a:pPr>
            <a:r>
              <a:rPr lang="en-IN" sz="3200" b="1" dirty="0">
                <a:solidFill>
                  <a:schemeClr val="accent1">
                    <a:lumMod val="75000"/>
                  </a:schemeClr>
                </a:solidFill>
                <a:latin typeface="Times New Roman" panose="02020603050405020304" pitchFamily="18" charset="0"/>
                <a:cs typeface="Times New Roman" panose="02020603050405020304" pitchFamily="18" charset="0"/>
              </a:rPr>
              <a:t>Literature Review</a:t>
            </a: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8</a:t>
            </a:fld>
            <a:endParaRPr lang="en-US" altLang="en-US"/>
          </a:p>
        </p:txBody>
      </p:sp>
      <p:graphicFrame>
        <p:nvGraphicFramePr>
          <p:cNvPr id="6" name="Table 5">
            <a:extLst>
              <a:ext uri="{FF2B5EF4-FFF2-40B4-BE49-F238E27FC236}">
                <a16:creationId xmlns:a16="http://schemas.microsoft.com/office/drawing/2014/main" id="{EA575914-A681-B8F3-3C72-73B5032B49D2}"/>
              </a:ext>
            </a:extLst>
          </p:cNvPr>
          <p:cNvGraphicFramePr>
            <a:graphicFrameLocks noGrp="1"/>
          </p:cNvGraphicFramePr>
          <p:nvPr>
            <p:extLst>
              <p:ext uri="{D42A27DB-BD31-4B8C-83A1-F6EECF244321}">
                <p14:modId xmlns:p14="http://schemas.microsoft.com/office/powerpoint/2010/main" val="4053810051"/>
              </p:ext>
            </p:extLst>
          </p:nvPr>
        </p:nvGraphicFramePr>
        <p:xfrm>
          <a:off x="370390" y="1084810"/>
          <a:ext cx="11528385" cy="4351338"/>
        </p:xfrm>
        <a:graphic>
          <a:graphicData uri="http://schemas.openxmlformats.org/drawingml/2006/table">
            <a:tbl>
              <a:tblPr firstRow="1" firstCol="1" bandRow="1"/>
              <a:tblGrid>
                <a:gridCol w="1127628">
                  <a:extLst>
                    <a:ext uri="{9D8B030D-6E8A-4147-A177-3AD203B41FA5}">
                      <a16:colId xmlns:a16="http://schemas.microsoft.com/office/drawing/2014/main" val="2966835159"/>
                    </a:ext>
                  </a:extLst>
                </a:gridCol>
                <a:gridCol w="1812341">
                  <a:extLst>
                    <a:ext uri="{9D8B030D-6E8A-4147-A177-3AD203B41FA5}">
                      <a16:colId xmlns:a16="http://schemas.microsoft.com/office/drawing/2014/main" val="90857962"/>
                    </a:ext>
                  </a:extLst>
                </a:gridCol>
                <a:gridCol w="3970117">
                  <a:extLst>
                    <a:ext uri="{9D8B030D-6E8A-4147-A177-3AD203B41FA5}">
                      <a16:colId xmlns:a16="http://schemas.microsoft.com/office/drawing/2014/main" val="2849495223"/>
                    </a:ext>
                  </a:extLst>
                </a:gridCol>
                <a:gridCol w="4618299">
                  <a:extLst>
                    <a:ext uri="{9D8B030D-6E8A-4147-A177-3AD203B41FA5}">
                      <a16:colId xmlns:a16="http://schemas.microsoft.com/office/drawing/2014/main" val="55874715"/>
                    </a:ext>
                  </a:extLst>
                </a:gridCol>
              </a:tblGrid>
              <a:tr h="385806">
                <a:tc>
                  <a:txBody>
                    <a:bodyPr/>
                    <a:lstStyle/>
                    <a:p>
                      <a:pPr algn="ctr">
                        <a:lnSpc>
                          <a:spcPct val="100000"/>
                        </a:lnSpc>
                        <a:spcAft>
                          <a:spcPts val="800"/>
                        </a:spcAft>
                        <a:buNone/>
                      </a:pPr>
                      <a:r>
                        <a:rPr lang="en-IN" sz="1200" b="1" kern="100" dirty="0">
                          <a:effectLst/>
                          <a:latin typeface="Times New Roman" panose="02020603050405020304" pitchFamily="18" charset="0"/>
                          <a:ea typeface="Calibri" panose="020F0502020204030204" pitchFamily="34" charset="0"/>
                          <a:cs typeface="Times New Roman" panose="02020603050405020304" pitchFamily="18" charset="0"/>
                        </a:rPr>
                        <a:t>Feature Area</a:t>
                      </a:r>
                      <a:endParaRPr lang="en-IN"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19640" marR="1964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0000"/>
                        </a:lnSpc>
                        <a:spcAft>
                          <a:spcPts val="800"/>
                        </a:spcAft>
                        <a:buNone/>
                      </a:pPr>
                      <a:r>
                        <a:rPr lang="en-IN" sz="1200" b="1" kern="100">
                          <a:effectLst/>
                          <a:latin typeface="Times New Roman" panose="02020603050405020304" pitchFamily="18" charset="0"/>
                          <a:ea typeface="Calibri" panose="020F0502020204030204" pitchFamily="34" charset="0"/>
                          <a:cs typeface="Times New Roman" panose="02020603050405020304" pitchFamily="18" charset="0"/>
                        </a:rPr>
                        <a:t>Current Academic Approach</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19640" marR="1964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0000"/>
                        </a:lnSpc>
                        <a:spcAft>
                          <a:spcPts val="800"/>
                        </a:spcAft>
                        <a:buNone/>
                      </a:pPr>
                      <a:r>
                        <a:rPr lang="en-IN" sz="1200" b="1" kern="100">
                          <a:effectLst/>
                          <a:latin typeface="Times New Roman" panose="02020603050405020304" pitchFamily="18" charset="0"/>
                          <a:ea typeface="Calibri" panose="020F0502020204030204" pitchFamily="34" charset="0"/>
                          <a:cs typeface="Times New Roman" panose="02020603050405020304" pitchFamily="18" charset="0"/>
                        </a:rPr>
                        <a:t>Limitation Identified in Literature</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19640" marR="1964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0000"/>
                        </a:lnSpc>
                        <a:spcAft>
                          <a:spcPts val="800"/>
                        </a:spcAft>
                        <a:buNone/>
                      </a:pPr>
                      <a:r>
                        <a:rPr lang="en-IN" sz="1200" b="1" kern="100">
                          <a:effectLst/>
                          <a:latin typeface="Times New Roman" panose="02020603050405020304" pitchFamily="18" charset="0"/>
                          <a:ea typeface="Calibri" panose="020F0502020204030204" pitchFamily="34" charset="0"/>
                          <a:cs typeface="Times New Roman" panose="02020603050405020304" pitchFamily="18" charset="0"/>
                        </a:rPr>
                        <a:t>Proposed Solution in this Project</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19640" marR="1964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995608245"/>
                  </a:ext>
                </a:extLst>
              </a:tr>
              <a:tr h="975016">
                <a:tc>
                  <a:txBody>
                    <a:bodyPr/>
                    <a:lstStyle/>
                    <a:p>
                      <a:pPr algn="just">
                        <a:lnSpc>
                          <a:spcPct val="100000"/>
                        </a:lnSpc>
                        <a:spcAft>
                          <a:spcPts val="800"/>
                        </a:spcAft>
                        <a:buNone/>
                      </a:pPr>
                      <a:r>
                        <a:rPr lang="en-IN" sz="1200" b="1" kern="100">
                          <a:effectLst/>
                          <a:latin typeface="Times New Roman" panose="02020603050405020304" pitchFamily="18" charset="0"/>
                          <a:ea typeface="Calibri" panose="020F0502020204030204" pitchFamily="34" charset="0"/>
                          <a:cs typeface="Times New Roman" panose="02020603050405020304" pitchFamily="18" charset="0"/>
                        </a:rPr>
                        <a:t>Rule Generation</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19640" marR="1964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00000"/>
                        </a:lnSpc>
                        <a:spcAft>
                          <a:spcPts val="800"/>
                        </a:spcAft>
                        <a:buNone/>
                      </a:pPr>
                      <a:r>
                        <a:rPr lang="en-IN" sz="1200" kern="100">
                          <a:effectLst/>
                          <a:latin typeface="Times New Roman" panose="02020603050405020304" pitchFamily="18" charset="0"/>
                          <a:ea typeface="Calibri" panose="020F0502020204030204" pitchFamily="34" charset="0"/>
                          <a:cs typeface="Times New Roman" panose="02020603050405020304" pitchFamily="18" charset="0"/>
                        </a:rPr>
                        <a:t>Isolated LLM agents converting text to SIEM rules (RulePilot).</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19640" marR="1964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00000"/>
                        </a:lnSpc>
                        <a:spcAft>
                          <a:spcPts val="800"/>
                        </a:spcAft>
                        <a:buNone/>
                      </a:pPr>
                      <a:r>
                        <a:rPr lang="en-IN" sz="1200" kern="100" dirty="0">
                          <a:effectLst/>
                          <a:latin typeface="Times New Roman" panose="02020603050405020304" pitchFamily="18" charset="0"/>
                          <a:ea typeface="Calibri" panose="020F0502020204030204" pitchFamily="34" charset="0"/>
                          <a:cs typeface="Times New Roman" panose="02020603050405020304" pitchFamily="18" charset="0"/>
                        </a:rPr>
                        <a:t>Requires the analyst to manually copy/paste the threat description into the tool.</a:t>
                      </a:r>
                      <a:endParaRPr lang="en-IN"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19640" marR="1964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00000"/>
                        </a:lnSpc>
                        <a:spcAft>
                          <a:spcPts val="800"/>
                        </a:spcAft>
                        <a:buNone/>
                      </a:pPr>
                      <a:r>
                        <a:rPr lang="en-IN" sz="1200" kern="100">
                          <a:effectLst/>
                          <a:latin typeface="Times New Roman" panose="02020603050405020304" pitchFamily="18" charset="0"/>
                          <a:ea typeface="Calibri" panose="020F0502020204030204" pitchFamily="34" charset="0"/>
                          <a:cs typeface="Times New Roman" panose="02020603050405020304" pitchFamily="18" charset="0"/>
                        </a:rPr>
                        <a:t>Implements a continuous pipeline where the "Synthesis Agent" automatically feeds data to the "Detection Agent" without manual input.</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19640" marR="1964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773014254"/>
                  </a:ext>
                </a:extLst>
              </a:tr>
              <a:tr h="1105952">
                <a:tc>
                  <a:txBody>
                    <a:bodyPr/>
                    <a:lstStyle/>
                    <a:p>
                      <a:pPr algn="just">
                        <a:lnSpc>
                          <a:spcPct val="100000"/>
                        </a:lnSpc>
                        <a:spcAft>
                          <a:spcPts val="800"/>
                        </a:spcAft>
                        <a:buNone/>
                      </a:pPr>
                      <a:r>
                        <a:rPr lang="en-IN" sz="1200" b="1" kern="100">
                          <a:effectLst/>
                          <a:latin typeface="Times New Roman" panose="02020603050405020304" pitchFamily="18" charset="0"/>
                          <a:ea typeface="Calibri" panose="020F0502020204030204" pitchFamily="34" charset="0"/>
                          <a:cs typeface="Times New Roman" panose="02020603050405020304" pitchFamily="18" charset="0"/>
                        </a:rPr>
                        <a:t>Data Privacy</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19640" marR="1964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00000"/>
                        </a:lnSpc>
                        <a:spcAft>
                          <a:spcPts val="800"/>
                        </a:spcAft>
                        <a:buNone/>
                      </a:pPr>
                      <a:r>
                        <a:rPr lang="en-IN" sz="1200" kern="100">
                          <a:effectLst/>
                          <a:latin typeface="Times New Roman" panose="02020603050405020304" pitchFamily="18" charset="0"/>
                          <a:ea typeface="Calibri" panose="020F0502020204030204" pitchFamily="34" charset="0"/>
                          <a:cs typeface="Times New Roman" panose="02020603050405020304" pitchFamily="18" charset="0"/>
                        </a:rPr>
                        <a:t>Client-side browser extensions scrubbing data before sending it to the cloud (Casper).</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19640" marR="1964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00000"/>
                        </a:lnSpc>
                        <a:spcAft>
                          <a:spcPts val="800"/>
                        </a:spcAft>
                        <a:buNone/>
                      </a:pPr>
                      <a:r>
                        <a:rPr lang="en-IN" sz="1200" kern="100">
                          <a:effectLst/>
                          <a:latin typeface="Times New Roman" panose="02020603050405020304" pitchFamily="18" charset="0"/>
                          <a:ea typeface="Calibri" panose="020F0502020204030204" pitchFamily="34" charset="0"/>
                          <a:cs typeface="Times New Roman" panose="02020603050405020304" pitchFamily="18" charset="0"/>
                        </a:rPr>
                        <a:t>Still relies on third-party web models. Browser extensions can be bypassed or disabled by users.</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19640" marR="1964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00000"/>
                        </a:lnSpc>
                        <a:spcAft>
                          <a:spcPts val="800"/>
                        </a:spcAft>
                        <a:buNone/>
                      </a:pPr>
                      <a:r>
                        <a:rPr lang="en-IN" sz="1200" kern="100" dirty="0">
                          <a:effectLst/>
                          <a:latin typeface="Times New Roman" panose="02020603050405020304" pitchFamily="18" charset="0"/>
                          <a:ea typeface="Calibri" panose="020F0502020204030204" pitchFamily="34" charset="0"/>
                          <a:cs typeface="Times New Roman" panose="02020603050405020304" pitchFamily="18" charset="0"/>
                        </a:rPr>
                        <a:t>Completely eliminates cloud dependency by running all LLM inferencing locally on the host machine via Docker containers.</a:t>
                      </a:r>
                      <a:endParaRPr lang="en-IN"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19640" marR="1964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267640673"/>
                  </a:ext>
                </a:extLst>
              </a:tr>
              <a:tr h="909548">
                <a:tc>
                  <a:txBody>
                    <a:bodyPr/>
                    <a:lstStyle/>
                    <a:p>
                      <a:pPr algn="just">
                        <a:lnSpc>
                          <a:spcPct val="100000"/>
                        </a:lnSpc>
                        <a:spcAft>
                          <a:spcPts val="800"/>
                        </a:spcAft>
                        <a:buNone/>
                      </a:pPr>
                      <a:r>
                        <a:rPr lang="en-IN" sz="1200" b="1" kern="100">
                          <a:effectLst/>
                          <a:latin typeface="Times New Roman" panose="02020603050405020304" pitchFamily="18" charset="0"/>
                          <a:ea typeface="Calibri" panose="020F0502020204030204" pitchFamily="34" charset="0"/>
                          <a:cs typeface="Times New Roman" panose="02020603050405020304" pitchFamily="18" charset="0"/>
                        </a:rPr>
                        <a:t>Log Triage</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19640" marR="1964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00000"/>
                        </a:lnSpc>
                        <a:spcAft>
                          <a:spcPts val="800"/>
                        </a:spcAft>
                        <a:buNone/>
                      </a:pPr>
                      <a:r>
                        <a:rPr lang="en-IN" sz="1200" kern="100" dirty="0">
                          <a:effectLst/>
                          <a:latin typeface="Times New Roman" panose="02020603050405020304" pitchFamily="18" charset="0"/>
                          <a:ea typeface="Calibri" panose="020F0502020204030204" pitchFamily="34" charset="0"/>
                          <a:cs typeface="Times New Roman" panose="02020603050405020304" pitchFamily="18" charset="0"/>
                        </a:rPr>
                        <a:t>Using general-purpose LLMs as chatbots to read JSON logs.</a:t>
                      </a:r>
                      <a:endParaRPr lang="en-IN"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19640" marR="1964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00000"/>
                        </a:lnSpc>
                        <a:spcAft>
                          <a:spcPts val="800"/>
                        </a:spcAft>
                        <a:buNone/>
                      </a:pPr>
                      <a:r>
                        <a:rPr lang="en-IN" sz="1200" kern="100">
                          <a:effectLst/>
                          <a:latin typeface="Times New Roman" panose="02020603050405020304" pitchFamily="18" charset="0"/>
                          <a:ea typeface="Calibri" panose="020F0502020204030204" pitchFamily="34" charset="0"/>
                          <a:cs typeface="Times New Roman" panose="02020603050405020304" pitchFamily="18" charset="0"/>
                        </a:rPr>
                        <a:t>Single chatbots frequently hallucinate fake IP addresses and fake dates when overwhelmed with large JSON files.</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19640" marR="1964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00000"/>
                        </a:lnSpc>
                        <a:spcAft>
                          <a:spcPts val="800"/>
                        </a:spcAft>
                        <a:buNone/>
                      </a:pPr>
                      <a:r>
                        <a:rPr lang="en-IN" sz="1200" kern="100" dirty="0">
                          <a:effectLst/>
                          <a:latin typeface="Times New Roman" panose="02020603050405020304" pitchFamily="18" charset="0"/>
                          <a:ea typeface="Calibri" panose="020F0502020204030204" pitchFamily="34" charset="0"/>
                          <a:cs typeface="Times New Roman" panose="02020603050405020304" pitchFamily="18" charset="0"/>
                        </a:rPr>
                        <a:t>Utilizes a decentralized 7-Agent Swarm. Breaking tasks into smaller, specialized agents with strict positive constraints eliminates hallucinations.</a:t>
                      </a:r>
                      <a:endParaRPr lang="en-IN"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19640" marR="1964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072740750"/>
                  </a:ext>
                </a:extLst>
              </a:tr>
              <a:tr h="975016">
                <a:tc>
                  <a:txBody>
                    <a:bodyPr/>
                    <a:lstStyle/>
                    <a:p>
                      <a:pPr algn="just">
                        <a:lnSpc>
                          <a:spcPct val="100000"/>
                        </a:lnSpc>
                        <a:spcAft>
                          <a:spcPts val="800"/>
                        </a:spcAft>
                        <a:buNone/>
                      </a:pPr>
                      <a:r>
                        <a:rPr lang="en-IN" sz="1200" b="1" kern="100" dirty="0">
                          <a:effectLst/>
                          <a:latin typeface="Times New Roman" panose="02020603050405020304" pitchFamily="18" charset="0"/>
                          <a:ea typeface="Calibri" panose="020F0502020204030204" pitchFamily="34" charset="0"/>
                          <a:cs typeface="Times New Roman" panose="02020603050405020304" pitchFamily="18" charset="0"/>
                        </a:rPr>
                        <a:t>Access Control</a:t>
                      </a:r>
                      <a:endParaRPr lang="en-IN"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19640" marR="1964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00000"/>
                        </a:lnSpc>
                        <a:spcAft>
                          <a:spcPts val="800"/>
                        </a:spcAft>
                        <a:buNone/>
                      </a:pPr>
                      <a:r>
                        <a:rPr lang="en-IN" sz="1200" kern="100" dirty="0">
                          <a:effectLst/>
                          <a:latin typeface="Times New Roman" panose="02020603050405020304" pitchFamily="18" charset="0"/>
                          <a:ea typeface="Calibri" panose="020F0502020204030204" pitchFamily="34" charset="0"/>
                          <a:cs typeface="Times New Roman" panose="02020603050405020304" pitchFamily="18" charset="0"/>
                        </a:rPr>
                        <a:t>Theoretical RBAC models applied to standard web applications.</a:t>
                      </a:r>
                      <a:endParaRPr lang="en-IN"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19640" marR="1964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00000"/>
                        </a:lnSpc>
                        <a:spcAft>
                          <a:spcPts val="800"/>
                        </a:spcAft>
                        <a:buNone/>
                      </a:pPr>
                      <a:r>
                        <a:rPr lang="en-IN" sz="1200" kern="100">
                          <a:effectLst/>
                          <a:latin typeface="Times New Roman" panose="02020603050405020304" pitchFamily="18" charset="0"/>
                          <a:ea typeface="Calibri" panose="020F0502020204030204" pitchFamily="34" charset="0"/>
                          <a:cs typeface="Times New Roman" panose="02020603050405020304" pitchFamily="18" charset="0"/>
                        </a:rPr>
                        <a:t>Lacks clear implementation details on how to restrict access to specific AI reasoning paths or agent tools.</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19640" marR="1964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00000"/>
                        </a:lnSpc>
                        <a:spcAft>
                          <a:spcPts val="800"/>
                        </a:spcAft>
                        <a:buNone/>
                      </a:pPr>
                      <a:r>
                        <a:rPr lang="en-IN" sz="1200" kern="100" dirty="0">
                          <a:effectLst/>
                          <a:latin typeface="Times New Roman" panose="02020603050405020304" pitchFamily="18" charset="0"/>
                          <a:ea typeface="Calibri" panose="020F0502020204030204" pitchFamily="34" charset="0"/>
                          <a:cs typeface="Times New Roman" panose="02020603050405020304" pitchFamily="18" charset="0"/>
                        </a:rPr>
                        <a:t>Integrates RBAC directly into the AI routing logic. The API gateway physically blocks unauthorized personas from triggering specific swarm agents.</a:t>
                      </a:r>
                      <a:endParaRPr lang="en-IN"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19640" marR="1964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134465739"/>
                  </a:ext>
                </a:extLst>
              </a:tr>
            </a:tbl>
          </a:graphicData>
        </a:graphic>
      </p:graphicFrame>
    </p:spTree>
    <p:extLst>
      <p:ext uri="{BB962C8B-B14F-4D97-AF65-F5344CB8AC3E}">
        <p14:creationId xmlns:p14="http://schemas.microsoft.com/office/powerpoint/2010/main" val="97292774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19241"/>
          </a:xfrm>
        </p:spPr>
        <p:txBody>
          <a:bodyPr/>
          <a:lstStyle/>
          <a:p>
            <a:pPr marL="152400" algn="just">
              <a:lnSpc>
                <a:spcPct val="100000"/>
              </a:lnSpc>
              <a:spcBef>
                <a:spcPts val="0"/>
              </a:spcBef>
            </a:pPr>
            <a:r>
              <a:rPr lang="en-IN" sz="3200" b="1" dirty="0">
                <a:solidFill>
                  <a:schemeClr val="accent1">
                    <a:lumMod val="75000"/>
                  </a:schemeClr>
                </a:solidFill>
                <a:latin typeface="Times New Roman" panose="02020603050405020304" pitchFamily="18" charset="0"/>
                <a:cs typeface="Times New Roman" panose="02020603050405020304" pitchFamily="18" charset="0"/>
              </a:rPr>
              <a:t>Problem Statement</a:t>
            </a: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9</a:t>
            </a:fld>
            <a:endParaRPr lang="en-US" altLang="en-US"/>
          </a:p>
        </p:txBody>
      </p:sp>
      <p:sp>
        <p:nvSpPr>
          <p:cNvPr id="6" name="Rectangle 1">
            <a:extLst>
              <a:ext uri="{FF2B5EF4-FFF2-40B4-BE49-F238E27FC236}">
                <a16:creationId xmlns:a16="http://schemas.microsoft.com/office/drawing/2014/main" id="{668D7C55-7F65-28DF-343D-0E724655360B}"/>
              </a:ext>
            </a:extLst>
          </p:cNvPr>
          <p:cNvSpPr txBox="1">
            <a:spLocks noChangeArrowheads="1"/>
          </p:cNvSpPr>
          <p:nvPr/>
        </p:nvSpPr>
        <p:spPr bwMode="auto">
          <a:xfrm>
            <a:off x="838201" y="1193967"/>
            <a:ext cx="10771730" cy="3785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prstTxWarp prst="textNoShape">
              <a:avLst/>
            </a:prstTxWarp>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eaLnBrk="0" fontAlgn="base" hangingPunct="0">
              <a:lnSpc>
                <a:spcPct val="100000"/>
              </a:lnSpc>
              <a:spcBef>
                <a:spcPct val="0"/>
              </a:spcBef>
              <a:spcAft>
                <a:spcPct val="0"/>
              </a:spcAft>
              <a:buFontTx/>
              <a:buChar char="•"/>
            </a:pPr>
            <a:r>
              <a:rPr lang="en-US" altLang="en-US" sz="2000" b="1" dirty="0">
                <a:latin typeface="Times New Roman" panose="02020603050405020304" pitchFamily="18" charset="0"/>
                <a:cs typeface="Times New Roman" panose="02020603050405020304" pitchFamily="18" charset="0"/>
              </a:rPr>
              <a:t>Overwhelming Alert Fatigue:</a:t>
            </a:r>
            <a:r>
              <a:rPr lang="en-US" altLang="en-US" sz="2000" dirty="0">
                <a:latin typeface="Times New Roman" panose="02020603050405020304" pitchFamily="18" charset="0"/>
                <a:cs typeface="Times New Roman" panose="02020603050405020304" pitchFamily="18" charset="0"/>
              </a:rPr>
              <a:t> Security Operations Centers (SOCs) are drowning in thousands of daily network alerts and high false-positive rates, leading to severe cognitive overload and analyst burnout.</a:t>
            </a:r>
          </a:p>
          <a:p>
            <a:pPr marL="0" indent="0" eaLnBrk="0" fontAlgn="base" hangingPunct="0">
              <a:lnSpc>
                <a:spcPct val="100000"/>
              </a:lnSpc>
              <a:spcBef>
                <a:spcPct val="0"/>
              </a:spcBef>
              <a:spcAft>
                <a:spcPct val="0"/>
              </a:spcAft>
              <a:buFontTx/>
              <a:buChar char="•"/>
            </a:pPr>
            <a:r>
              <a:rPr lang="en-US" altLang="en-US" sz="2000" b="1" dirty="0">
                <a:latin typeface="Times New Roman" panose="02020603050405020304" pitchFamily="18" charset="0"/>
                <a:cs typeface="Times New Roman" panose="02020603050405020304" pitchFamily="18" charset="0"/>
              </a:rPr>
              <a:t>Critical Response Latency:</a:t>
            </a:r>
            <a:r>
              <a:rPr lang="en-US" altLang="en-US" sz="2000" dirty="0">
                <a:latin typeface="Times New Roman" panose="02020603050405020304" pitchFamily="18" charset="0"/>
                <a:cs typeface="Times New Roman" panose="02020603050405020304" pitchFamily="18" charset="0"/>
              </a:rPr>
              <a:t> Manual "swivel-chair" triage takes an average of 15 to 25 minutes per incident, dangerously inflating Mean Time to Detect (MTTD) and Mean Time to Respond (MTTR) against machine-speed attacks.</a:t>
            </a:r>
          </a:p>
          <a:p>
            <a:pPr marL="0" indent="0" eaLnBrk="0" fontAlgn="base" hangingPunct="0">
              <a:lnSpc>
                <a:spcPct val="100000"/>
              </a:lnSpc>
              <a:spcBef>
                <a:spcPct val="0"/>
              </a:spcBef>
              <a:spcAft>
                <a:spcPct val="0"/>
              </a:spcAft>
              <a:buFontTx/>
              <a:buChar char="•"/>
            </a:pPr>
            <a:r>
              <a:rPr lang="en-US" altLang="en-US" sz="2000" b="1" dirty="0">
                <a:latin typeface="Times New Roman" panose="02020603050405020304" pitchFamily="18" charset="0"/>
                <a:cs typeface="Times New Roman" panose="02020603050405020304" pitchFamily="18" charset="0"/>
              </a:rPr>
              <a:t>The Expertise Bottleneck:</a:t>
            </a:r>
            <a:r>
              <a:rPr lang="en-US" altLang="en-US" sz="2000" dirty="0">
                <a:latin typeface="Times New Roman" panose="02020603050405020304" pitchFamily="18" charset="0"/>
                <a:cs typeface="Times New Roman" panose="02020603050405020304" pitchFamily="18" charset="0"/>
              </a:rPr>
              <a:t> Translating raw attack telemetry into deployable, vendor-specific defense scripts (e.g., YARA-L, FQL) requires senior-level syntax experience, severely limiting the scalability of junior analysts.</a:t>
            </a:r>
          </a:p>
          <a:p>
            <a:pPr marL="0" indent="0" eaLnBrk="0" fontAlgn="base" hangingPunct="0">
              <a:lnSpc>
                <a:spcPct val="100000"/>
              </a:lnSpc>
              <a:spcBef>
                <a:spcPct val="0"/>
              </a:spcBef>
              <a:spcAft>
                <a:spcPct val="0"/>
              </a:spcAft>
              <a:buFontTx/>
              <a:buChar char="•"/>
            </a:pPr>
            <a:r>
              <a:rPr lang="en-US" altLang="en-US" sz="2000" b="1" dirty="0">
                <a:latin typeface="Times New Roman" panose="02020603050405020304" pitchFamily="18" charset="0"/>
                <a:cs typeface="Times New Roman" panose="02020603050405020304" pitchFamily="18" charset="0"/>
              </a:rPr>
              <a:t>AI Data Privacy Risks:</a:t>
            </a:r>
            <a:r>
              <a:rPr lang="en-US" altLang="en-US" sz="2000" dirty="0">
                <a:latin typeface="Times New Roman" panose="02020603050405020304" pitchFamily="18" charset="0"/>
                <a:cs typeface="Times New Roman" panose="02020603050405020304" pitchFamily="18" charset="0"/>
              </a:rPr>
              <a:t> Attempting to automate this triage by feeding logs into public Generative AI platforms exposes highly confidential corporate data, violating strict GDPR and SOC 2 compliance standards.</a:t>
            </a:r>
          </a:p>
        </p:txBody>
      </p:sp>
    </p:spTree>
    <p:extLst>
      <p:ext uri="{BB962C8B-B14F-4D97-AF65-F5344CB8AC3E}">
        <p14:creationId xmlns:p14="http://schemas.microsoft.com/office/powerpoint/2010/main" val="415405691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19241"/>
          </a:xfrm>
        </p:spPr>
        <p:txBody>
          <a:bodyPr/>
          <a:lstStyle/>
          <a:p>
            <a:pPr marL="152400" algn="just">
              <a:lnSpc>
                <a:spcPct val="100000"/>
              </a:lnSpc>
              <a:spcBef>
                <a:spcPts val="0"/>
              </a:spcBef>
            </a:pPr>
            <a:r>
              <a:rPr lang="en-IN" sz="3200" b="1" dirty="0">
                <a:solidFill>
                  <a:schemeClr val="accent1">
                    <a:lumMod val="75000"/>
                  </a:schemeClr>
                </a:solidFill>
                <a:latin typeface="Times New Roman" panose="02020603050405020304" pitchFamily="18" charset="0"/>
                <a:cs typeface="Times New Roman" panose="02020603050405020304" pitchFamily="18" charset="0"/>
              </a:rPr>
              <a:t>Advantages of Proposed System/Work</a:t>
            </a:r>
          </a:p>
        </p:txBody>
      </p:sp>
      <p:sp>
        <p:nvSpPr>
          <p:cNvPr id="3" name="Content Placeholder 2"/>
          <p:cNvSpPr>
            <a:spLocks noGrp="1"/>
          </p:cNvSpPr>
          <p:nvPr>
            <p:ph idx="1"/>
          </p:nvPr>
        </p:nvSpPr>
        <p:spPr>
          <a:xfrm>
            <a:off x="419100" y="1311689"/>
            <a:ext cx="11353800" cy="4058194"/>
          </a:xfrm>
        </p:spPr>
        <p:txBody>
          <a:bodyPr>
            <a:noAutofit/>
          </a:bodyPr>
          <a:lstStyle/>
          <a:p>
            <a:pPr algn="just"/>
            <a:r>
              <a:rPr lang="en-IN" sz="2600" b="1" dirty="0">
                <a:latin typeface="Times New Roman" panose="02020603050405020304" pitchFamily="18" charset="0"/>
                <a:cs typeface="Times New Roman" panose="02020603050405020304" pitchFamily="18" charset="0"/>
              </a:rPr>
              <a:t>Automated, Machine-Speed Triage: </a:t>
            </a:r>
            <a:r>
              <a:rPr lang="en-IN" sz="2600" dirty="0">
                <a:latin typeface="Times New Roman" panose="02020603050405020304" pitchFamily="18" charset="0"/>
                <a:cs typeface="Times New Roman" panose="02020603050405020304" pitchFamily="18" charset="0"/>
              </a:rPr>
              <a:t>Instantly detects anomalous network patterns and autonomously generates deployable defensive rules.</a:t>
            </a:r>
          </a:p>
          <a:p>
            <a:pPr algn="just"/>
            <a:r>
              <a:rPr lang="en-IN" sz="2600" b="1" dirty="0">
                <a:latin typeface="Times New Roman" panose="02020603050405020304" pitchFamily="18" charset="0"/>
                <a:cs typeface="Times New Roman" panose="02020603050405020304" pitchFamily="18" charset="0"/>
              </a:rPr>
              <a:t>Scalable Multi-Tenant Architecture: </a:t>
            </a:r>
            <a:r>
              <a:rPr lang="en-IN" sz="2600" dirty="0">
                <a:latin typeface="Times New Roman" panose="02020603050405020304" pitchFamily="18" charset="0"/>
                <a:cs typeface="Times New Roman" panose="02020603050405020304" pitchFamily="18" charset="0"/>
              </a:rPr>
              <a:t>Allows a single defensive rule to be instantly customized and deployed across multiple isolated client environments.</a:t>
            </a:r>
          </a:p>
          <a:p>
            <a:pPr algn="just"/>
            <a:r>
              <a:rPr lang="en-IN" sz="2600" b="1" dirty="0">
                <a:latin typeface="Times New Roman" panose="02020603050405020304" pitchFamily="18" charset="0"/>
                <a:cs typeface="Times New Roman" panose="02020603050405020304" pitchFamily="18" charset="0"/>
              </a:rPr>
              <a:t>Vendor-Agnostic Ingestion: </a:t>
            </a:r>
            <a:r>
              <a:rPr lang="en-IN" sz="2600" dirty="0">
                <a:latin typeface="Times New Roman" panose="02020603050405020304" pitchFamily="18" charset="0"/>
                <a:cs typeface="Times New Roman" panose="02020603050405020304" pitchFamily="18" charset="0"/>
              </a:rPr>
              <a:t>Seamlessly normalizes telemetry from disparate security platforms (e.g., Google SecOps, CrowdStrike) into a unified data model.</a:t>
            </a:r>
          </a:p>
          <a:p>
            <a:pPr algn="just"/>
            <a:r>
              <a:rPr lang="en-IN" sz="2600" b="1" dirty="0">
                <a:latin typeface="Times New Roman" panose="02020603050405020304" pitchFamily="18" charset="0"/>
                <a:cs typeface="Times New Roman" panose="02020603050405020304" pitchFamily="18" charset="0"/>
              </a:rPr>
              <a:t>Conversational Analyst Assistance: </a:t>
            </a:r>
            <a:r>
              <a:rPr lang="en-IN" sz="2600" dirty="0">
                <a:latin typeface="Times New Roman" panose="02020603050405020304" pitchFamily="18" charset="0"/>
                <a:cs typeface="Times New Roman" panose="02020603050405020304" pitchFamily="18" charset="0"/>
              </a:rPr>
              <a:t>Empowers security teams to query complex alerts, reconstruct timelines, and draft playbooks using natural language.</a:t>
            </a:r>
          </a:p>
          <a:p>
            <a:pPr algn="just"/>
            <a:r>
              <a:rPr lang="en-IN" sz="2600" b="1" dirty="0">
                <a:latin typeface="Times New Roman" panose="02020603050405020304" pitchFamily="18" charset="0"/>
                <a:cs typeface="Times New Roman" panose="02020603050405020304" pitchFamily="18" charset="0"/>
              </a:rPr>
              <a:t>Proactive Threat Hunting &amp; Reporting: </a:t>
            </a:r>
            <a:r>
              <a:rPr lang="en-IN" sz="2600" dirty="0">
                <a:latin typeface="Times New Roman" panose="02020603050405020304" pitchFamily="18" charset="0"/>
                <a:cs typeface="Times New Roman" panose="02020603050405020304" pitchFamily="18" charset="0"/>
              </a:rPr>
              <a:t>Automates cross-environment attack correlation and autonomously generates compliance-ready incident response reports.</a:t>
            </a: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10</a:t>
            </a:fld>
            <a:endParaRPr lang="en-US" altLang="en-US"/>
          </a:p>
        </p:txBody>
      </p:sp>
    </p:spTree>
    <p:extLst>
      <p:ext uri="{BB962C8B-B14F-4D97-AF65-F5344CB8AC3E}">
        <p14:creationId xmlns:p14="http://schemas.microsoft.com/office/powerpoint/2010/main" val="224665217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19241"/>
          </a:xfrm>
        </p:spPr>
        <p:txBody>
          <a:bodyPr/>
          <a:lstStyle/>
          <a:p>
            <a:pPr marL="152400" algn="just">
              <a:lnSpc>
                <a:spcPct val="100000"/>
              </a:lnSpc>
              <a:spcBef>
                <a:spcPts val="0"/>
              </a:spcBef>
            </a:pPr>
            <a:r>
              <a:rPr lang="en-IN" sz="3200" b="1" dirty="0">
                <a:solidFill>
                  <a:schemeClr val="accent1">
                    <a:lumMod val="75000"/>
                  </a:schemeClr>
                </a:solidFill>
                <a:latin typeface="Times New Roman" panose="02020603050405020304" pitchFamily="18" charset="0"/>
                <a:cs typeface="Times New Roman" panose="02020603050405020304" pitchFamily="18" charset="0"/>
              </a:rPr>
              <a:t>System Testing</a:t>
            </a: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11</a:t>
            </a:fld>
            <a:endParaRPr lang="en-US" altLang="en-US"/>
          </a:p>
        </p:txBody>
      </p:sp>
      <p:sp>
        <p:nvSpPr>
          <p:cNvPr id="8" name="TextBox 7">
            <a:extLst>
              <a:ext uri="{FF2B5EF4-FFF2-40B4-BE49-F238E27FC236}">
                <a16:creationId xmlns:a16="http://schemas.microsoft.com/office/drawing/2014/main" id="{C32A3881-274B-4522-4C10-CE90886EF1D6}"/>
              </a:ext>
            </a:extLst>
          </p:cNvPr>
          <p:cNvSpPr txBox="1"/>
          <p:nvPr/>
        </p:nvSpPr>
        <p:spPr>
          <a:xfrm>
            <a:off x="258503" y="5154093"/>
            <a:ext cx="11933497" cy="646331"/>
          </a:xfrm>
          <a:prstGeom prst="rect">
            <a:avLst/>
          </a:prstGeom>
          <a:noFill/>
        </p:spPr>
        <p:txBody>
          <a:bodyPr wrap="square">
            <a:spAutoFit/>
          </a:bodyPr>
          <a:lstStyle/>
          <a:p>
            <a:r>
              <a:rPr lang="en-IN" sz="1800" dirty="0">
                <a:effectLst/>
                <a:latin typeface="Times New Roman" panose="02020603050405020304" pitchFamily="18" charset="0"/>
                <a:ea typeface="Times New Roman" panose="02020603050405020304" pitchFamily="18" charset="0"/>
              </a:rPr>
              <a:t>This figure is regarding the investigation of unencrypted credentials in HTTP traffic, successfully mapping it to the MITRE T1040 technique.</a:t>
            </a:r>
            <a:endParaRPr lang="en-IN" dirty="0"/>
          </a:p>
        </p:txBody>
      </p:sp>
    </p:spTree>
    <p:extLst>
      <p:ext uri="{BB962C8B-B14F-4D97-AF65-F5344CB8AC3E}">
        <p14:creationId xmlns:p14="http://schemas.microsoft.com/office/powerpoint/2010/main" val="250805115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19241"/>
          </a:xfrm>
        </p:spPr>
        <p:txBody>
          <a:bodyPr/>
          <a:lstStyle/>
          <a:p>
            <a:pPr marL="152400" algn="just">
              <a:lnSpc>
                <a:spcPct val="100000"/>
              </a:lnSpc>
              <a:spcBef>
                <a:spcPts val="0"/>
              </a:spcBef>
            </a:pPr>
            <a:r>
              <a:rPr lang="en-IN" sz="3200" b="1" dirty="0">
                <a:solidFill>
                  <a:schemeClr val="accent1">
                    <a:lumMod val="75000"/>
                  </a:schemeClr>
                </a:solidFill>
                <a:latin typeface="Times New Roman" panose="02020603050405020304" pitchFamily="18" charset="0"/>
                <a:cs typeface="Times New Roman" panose="02020603050405020304" pitchFamily="18" charset="0"/>
              </a:rPr>
              <a:t>Conclusion</a:t>
            </a:r>
          </a:p>
        </p:txBody>
      </p:sp>
      <p:sp>
        <p:nvSpPr>
          <p:cNvPr id="3" name="Content Placeholder 2"/>
          <p:cNvSpPr>
            <a:spLocks noGrp="1"/>
          </p:cNvSpPr>
          <p:nvPr>
            <p:ph idx="1"/>
          </p:nvPr>
        </p:nvSpPr>
        <p:spPr>
          <a:xfrm>
            <a:off x="838200" y="1184367"/>
            <a:ext cx="10515600" cy="4058194"/>
          </a:xfrm>
        </p:spPr>
        <p:txBody>
          <a:bodyPr anchor="ctr">
            <a:normAutofit/>
          </a:bodyPr>
          <a:lstStyle/>
          <a:p>
            <a:pPr marL="0" indent="0" algn="just">
              <a:buNone/>
            </a:pPr>
            <a:r>
              <a:rPr lang="en-US" sz="2600" dirty="0">
                <a:latin typeface="Times New Roman" panose="02020603050405020304" pitchFamily="18" charset="0"/>
                <a:cs typeface="Times New Roman" panose="02020603050405020304" pitchFamily="18" charset="0"/>
              </a:rPr>
              <a:t>The Agentic MDR Framework successfully proves that integrating localized, agentic AI into Security Operations Centers drastically reduces alert fatigue and accelerates response times. By combining the natural language capabilities of an AI swarm with the mathematical precision of an Isolation Forest, we have created an automated, enterprise-ready defense system that operates at machine-speed without compromising corporate data privacy</a:t>
            </a:r>
            <a:endParaRPr lang="en-IN" sz="260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12</a:t>
            </a:fld>
            <a:endParaRPr lang="en-US" altLang="en-US"/>
          </a:p>
        </p:txBody>
      </p:sp>
    </p:spTree>
    <p:extLst>
      <p:ext uri="{BB962C8B-B14F-4D97-AF65-F5344CB8AC3E}">
        <p14:creationId xmlns:p14="http://schemas.microsoft.com/office/powerpoint/2010/main" val="107239903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19241"/>
          </a:xfrm>
        </p:spPr>
        <p:txBody>
          <a:bodyPr/>
          <a:lstStyle/>
          <a:p>
            <a:pPr marL="152400" algn="just">
              <a:lnSpc>
                <a:spcPct val="100000"/>
              </a:lnSpc>
              <a:spcBef>
                <a:spcPts val="0"/>
              </a:spcBef>
            </a:pPr>
            <a:r>
              <a:rPr lang="en-IN" sz="3200" b="1">
                <a:solidFill>
                  <a:schemeClr val="accent1">
                    <a:lumMod val="75000"/>
                  </a:schemeClr>
                </a:solidFill>
                <a:latin typeface="Times New Roman" panose="02020603050405020304" pitchFamily="18" charset="0"/>
                <a:cs typeface="Times New Roman" panose="02020603050405020304" pitchFamily="18" charset="0"/>
              </a:rPr>
              <a:t>References</a:t>
            </a:r>
            <a:endParaRPr lang="en-IN" sz="3200" b="1" dirty="0">
              <a:solidFill>
                <a:schemeClr val="accent1">
                  <a:lumMod val="75000"/>
                </a:schemeClr>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150471" y="1184367"/>
            <a:ext cx="11817751" cy="4058194"/>
          </a:xfrm>
        </p:spPr>
        <p:txBody>
          <a:bodyPr>
            <a:noAutofit/>
          </a:bodyPr>
          <a:lstStyle/>
          <a:p>
            <a:pPr algn="just"/>
            <a:r>
              <a:rPr lang="en-IN" sz="1800" dirty="0">
                <a:latin typeface="Times New Roman" panose="02020603050405020304" pitchFamily="18" charset="0"/>
                <a:cs typeface="Times New Roman" panose="02020603050405020304" pitchFamily="18" charset="0"/>
              </a:rPr>
              <a:t>Wang, H., Xu, M., Guo, Y., Han, W., Lim, H.W. and Dong, J.S., 2025. RulePilot: An LLM-Powered Agent for Security Rule Generation. arXiv preprint arXiv:2511.12224.</a:t>
            </a:r>
          </a:p>
          <a:p>
            <a:pPr algn="just"/>
            <a:r>
              <a:rPr lang="en-IN" sz="1800" dirty="0">
                <a:latin typeface="Times New Roman" panose="02020603050405020304" pitchFamily="18" charset="0"/>
                <a:cs typeface="Times New Roman" panose="02020603050405020304" pitchFamily="18" charset="0"/>
              </a:rPr>
              <a:t>Muzammil, S., Reddy, R., </a:t>
            </a:r>
            <a:r>
              <a:rPr lang="en-IN" sz="1800" dirty="0" err="1">
                <a:latin typeface="Times New Roman" panose="02020603050405020304" pitchFamily="18" charset="0"/>
                <a:cs typeface="Times New Roman" panose="02020603050405020304" pitchFamily="18" charset="0"/>
              </a:rPr>
              <a:t>Kamalakrishnan</a:t>
            </a:r>
            <a:r>
              <a:rPr lang="en-IN" sz="1800" dirty="0">
                <a:latin typeface="Times New Roman" panose="02020603050405020304" pitchFamily="18" charset="0"/>
                <a:cs typeface="Times New Roman" panose="02020603050405020304" pitchFamily="18" charset="0"/>
              </a:rPr>
              <a:t>, V., Ahmadi, H. and Hassan, W.U., 2025. Towards Small Language Models for Security Query Generation in SOC Workflows. arXiv preprint arXiv:2512.06660.</a:t>
            </a:r>
          </a:p>
          <a:p>
            <a:pPr algn="just"/>
            <a:r>
              <a:rPr lang="en-IN" sz="1800" dirty="0">
                <a:latin typeface="Times New Roman" panose="02020603050405020304" pitchFamily="18" charset="0"/>
                <a:cs typeface="Times New Roman" panose="02020603050405020304" pitchFamily="18" charset="0"/>
              </a:rPr>
              <a:t>Chong, C.J., Hou, C., Yao, Z. and Talebi, S.M.S., 2025, November. Casper: Prompt sanitization for protecting user privacy in web-based large language models. In 2025 IEEE 12th International Conference on Cyber Security and Cloud Computing (</a:t>
            </a:r>
            <a:r>
              <a:rPr lang="en-IN" sz="1800" dirty="0" err="1">
                <a:latin typeface="Times New Roman" panose="02020603050405020304" pitchFamily="18" charset="0"/>
                <a:cs typeface="Times New Roman" panose="02020603050405020304" pitchFamily="18" charset="0"/>
              </a:rPr>
              <a:t>CSCloud</a:t>
            </a:r>
            <a:r>
              <a:rPr lang="en-IN" sz="1800" dirty="0">
                <a:latin typeface="Times New Roman" panose="02020603050405020304" pitchFamily="18" charset="0"/>
                <a:cs typeface="Times New Roman" panose="02020603050405020304" pitchFamily="18" charset="0"/>
              </a:rPr>
              <a:t>) (pp. 122-133). IEEE.</a:t>
            </a:r>
          </a:p>
          <a:p>
            <a:pPr algn="just"/>
            <a:r>
              <a:rPr lang="en-US" sz="1800" dirty="0">
                <a:latin typeface="Times New Roman" panose="02020603050405020304" pitchFamily="18" charset="0"/>
                <a:cs typeface="Times New Roman" panose="02020603050405020304" pitchFamily="18" charset="0"/>
              </a:rPr>
              <a:t>Lochner, M. and Keplinger, K., 2025. Collaborative Intelligence: Topic Modelling of Large Language Model use in Live Cybersecurity Operations. arXiv preprint arXiv:2508.18488. </a:t>
            </a:r>
            <a:endParaRPr lang="en-IN" sz="1800" dirty="0">
              <a:latin typeface="Times New Roman" panose="02020603050405020304" pitchFamily="18" charset="0"/>
              <a:cs typeface="Times New Roman" panose="02020603050405020304" pitchFamily="18" charset="0"/>
            </a:endParaRPr>
          </a:p>
          <a:p>
            <a:pPr algn="just"/>
            <a:r>
              <a:rPr lang="en-US" sz="1800" dirty="0" err="1">
                <a:latin typeface="Times New Roman" panose="02020603050405020304" pitchFamily="18" charset="0"/>
                <a:cs typeface="Times New Roman" panose="02020603050405020304" pitchFamily="18" charset="0"/>
              </a:rPr>
              <a:t>Vitla</a:t>
            </a:r>
            <a:r>
              <a:rPr lang="en-US" sz="1800" dirty="0">
                <a:latin typeface="Times New Roman" panose="02020603050405020304" pitchFamily="18" charset="0"/>
                <a:cs typeface="Times New Roman" panose="02020603050405020304" pitchFamily="18" charset="0"/>
              </a:rPr>
              <a:t>, S., 2025. Role-Based Access Control (RBAC) and its Impact on Organizational Cybersecurity Policies. Available at SSRN 5079310.</a:t>
            </a:r>
          </a:p>
          <a:p>
            <a:pPr algn="just"/>
            <a:r>
              <a:rPr lang="en-IN" sz="1800" dirty="0">
                <a:latin typeface="Times New Roman" panose="02020603050405020304" pitchFamily="18" charset="0"/>
                <a:cs typeface="Times New Roman" panose="02020603050405020304" pitchFamily="18" charset="0"/>
              </a:rPr>
              <a:t>Sharma, B.P., 2025. Assessing the Security Implications of Cloud Migration: A Risk Analysis Framework for Protecting Sensitive Data in Multi-Tenant Environments. Advances in Theoretical Computation, Algorithmic Foundations, and Emerging Paradigms, 15(3), pp.1-17.</a:t>
            </a:r>
          </a:p>
          <a:p>
            <a:pPr algn="just"/>
            <a:r>
              <a:rPr lang="en-IN" sz="1800" dirty="0">
                <a:latin typeface="Times New Roman" panose="02020603050405020304" pitchFamily="18" charset="0"/>
                <a:cs typeface="Times New Roman" panose="02020603050405020304" pitchFamily="18" charset="0"/>
              </a:rPr>
              <a:t>Mitra, S., Bazarov, A., Duclos, M., Mittal, S., Piplai, A., Rahman, M.R., Zieglar, E. and Rahimi, S., 2025. FALCON: Autonomous Cyber Threat Intelligence Mining with LLMs for IDS Rule Generation. </a:t>
            </a:r>
            <a:r>
              <a:rPr lang="en-IN" sz="1800">
                <a:latin typeface="Times New Roman" panose="02020603050405020304" pitchFamily="18" charset="0"/>
                <a:cs typeface="Times New Roman" panose="02020603050405020304" pitchFamily="18" charset="0"/>
              </a:rPr>
              <a:t>arXiv preprint arXiv:2508.18684.</a:t>
            </a:r>
            <a:endParaRPr lang="en-IN" sz="180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13</a:t>
            </a:fld>
            <a:endParaRPr lang="en-US" altLang="en-US"/>
          </a:p>
        </p:txBody>
      </p:sp>
    </p:spTree>
    <p:extLst>
      <p:ext uri="{BB962C8B-B14F-4D97-AF65-F5344CB8AC3E}">
        <p14:creationId xmlns:p14="http://schemas.microsoft.com/office/powerpoint/2010/main" val="234939867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596311"/>
          </a:xfrm>
        </p:spPr>
        <p:txBody>
          <a:bodyPr/>
          <a:lstStyle/>
          <a:p>
            <a:r>
              <a:rPr lang="en-US" sz="3200" b="1" dirty="0">
                <a:solidFill>
                  <a:srgbClr val="0070C0"/>
                </a:solidFill>
                <a:latin typeface="Times New Roman" panose="02020603050405020304" pitchFamily="18" charset="0"/>
                <a:cs typeface="Times New Roman" panose="02020603050405020304" pitchFamily="18" charset="0"/>
              </a:rPr>
              <a:t>Github Link</a:t>
            </a: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14</a:t>
            </a:fld>
            <a:endParaRPr lang="en-US" altLang="en-US"/>
          </a:p>
        </p:txBody>
      </p:sp>
      <p:sp>
        <p:nvSpPr>
          <p:cNvPr id="3" name="Content Placeholder 2"/>
          <p:cNvSpPr>
            <a:spLocks noGrp="1"/>
          </p:cNvSpPr>
          <p:nvPr>
            <p:ph idx="1"/>
          </p:nvPr>
        </p:nvSpPr>
        <p:spPr>
          <a:xfrm>
            <a:off x="585204" y="1365077"/>
            <a:ext cx="10515600" cy="4127845"/>
          </a:xfrm>
        </p:spPr>
        <p:txBody>
          <a:bodyPr>
            <a:normAutofit/>
          </a:bodyPr>
          <a:lstStyle/>
          <a:p>
            <a:pPr marL="0" indent="0">
              <a:buNone/>
            </a:pPr>
            <a:r>
              <a:rPr lang="en-US" sz="2400" dirty="0">
                <a:latin typeface="Times New Roman" panose="02020603050405020304" pitchFamily="18" charset="0"/>
                <a:cs typeface="Times New Roman" panose="02020603050405020304" pitchFamily="18" charset="0"/>
                <a:hlinkClick r:id="rId2"/>
              </a:rPr>
              <a:t>https://github.com/Hida-Fathima/sem8-CSE_7302_academics</a:t>
            </a: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562137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12192000" cy="6858000"/>
          </a:xfrm>
          <a:solidFill>
            <a:schemeClr val="accent1">
              <a:lumMod val="50000"/>
            </a:schemeClr>
          </a:solidFill>
        </p:spPr>
        <p:txBody>
          <a:bodyPr/>
          <a:lstStyle/>
          <a:p>
            <a:pPr marL="0" indent="0" algn="ctr">
              <a:buNone/>
            </a:pPr>
            <a:endParaRPr lang="en-US" sz="6600" dirty="0">
              <a:solidFill>
                <a:srgbClr val="FFFF00"/>
              </a:solidFill>
              <a:latin typeface="Times New Roman" panose="02020603050405020304" pitchFamily="18" charset="0"/>
              <a:cs typeface="Times New Roman" panose="02020603050405020304" pitchFamily="18" charset="0"/>
            </a:endParaRPr>
          </a:p>
          <a:p>
            <a:pPr marL="0" indent="0" algn="ctr">
              <a:buNone/>
            </a:pPr>
            <a:r>
              <a:rPr lang="en-US" sz="6600" dirty="0">
                <a:solidFill>
                  <a:srgbClr val="FFFF00"/>
                </a:solidFill>
                <a:latin typeface="Times New Roman" panose="02020603050405020304" pitchFamily="18" charset="0"/>
                <a:cs typeface="Times New Roman" panose="02020603050405020304" pitchFamily="18" charset="0"/>
              </a:rPr>
              <a:t>  </a:t>
            </a:r>
            <a:r>
              <a:rPr lang="en-US" sz="6600" dirty="0">
                <a:solidFill>
                  <a:schemeClr val="accent2">
                    <a:lumMod val="40000"/>
                    <a:lumOff val="60000"/>
                  </a:schemeClr>
                </a:solidFill>
                <a:latin typeface="Times New Roman" panose="02020603050405020304" pitchFamily="18" charset="0"/>
                <a:cs typeface="Times New Roman" panose="02020603050405020304" pitchFamily="18" charset="0"/>
              </a:rPr>
              <a:t>Q&amp;A</a:t>
            </a:r>
          </a:p>
          <a:p>
            <a:pPr marL="0" indent="0" algn="ctr">
              <a:buNone/>
            </a:pPr>
            <a:endParaRPr lang="en-US" sz="6600" dirty="0">
              <a:solidFill>
                <a:srgbClr val="A71180"/>
              </a:solidFill>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latin typeface="Times New Roman" panose="02020603050405020304" pitchFamily="18" charset="0"/>
                <a:cs typeface="Times New Roman" panose="02020603050405020304" pitchFamily="18" charset="0"/>
              </a:rPr>
              <a:pPr>
                <a:defRPr/>
              </a:pPr>
              <a:t>15</a:t>
            </a:fld>
            <a:endParaRPr lang="en-US" altLang="en-US">
              <a:latin typeface="Times New Roman" panose="02020603050405020304" pitchFamily="18" charset="0"/>
              <a:cs typeface="Times New Roman" panose="02020603050405020304" pitchFamily="18" charset="0"/>
            </a:endParaRPr>
          </a:p>
        </p:txBody>
      </p:sp>
      <p:pic>
        <p:nvPicPr>
          <p:cNvPr id="5" name="Picture 7" descr="bd04924_"/>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005253" y="2150340"/>
            <a:ext cx="2841170" cy="38324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9754658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2547258"/>
            <a:ext cx="10515600" cy="1214846"/>
          </a:xfrm>
        </p:spPr>
        <p:txBody>
          <a:bodyPr/>
          <a:lstStyle/>
          <a:p>
            <a:pPr marL="0" indent="0" algn="ctr">
              <a:buNone/>
            </a:pPr>
            <a:r>
              <a:rPr lang="en-US" sz="6600" dirty="0">
                <a:solidFill>
                  <a:srgbClr val="A71180"/>
                </a:solidFill>
                <a:latin typeface="Times New Roman" panose="02020603050405020304" pitchFamily="18" charset="0"/>
                <a:cs typeface="Times New Roman" panose="02020603050405020304" pitchFamily="18" charset="0"/>
              </a:rPr>
              <a:t>Thank you !!</a:t>
            </a: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16</a:t>
            </a:fld>
            <a:endParaRPr lang="en-US" altLang="en-US"/>
          </a:p>
        </p:txBody>
      </p:sp>
    </p:spTree>
    <p:extLst>
      <p:ext uri="{BB962C8B-B14F-4D97-AF65-F5344CB8AC3E}">
        <p14:creationId xmlns:p14="http://schemas.microsoft.com/office/powerpoint/2010/main" val="69660596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7092</TotalTime>
  <Words>1429</Words>
  <Application>Microsoft Office PowerPoint</Application>
  <PresentationFormat>Widescreen</PresentationFormat>
  <Paragraphs>124</Paragraphs>
  <Slides>16</Slides>
  <Notes>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16</vt:i4>
      </vt:variant>
    </vt:vector>
  </HeadingPairs>
  <TitlesOfParts>
    <vt:vector size="24" baseType="lpstr">
      <vt:lpstr>Arial</vt:lpstr>
      <vt:lpstr>Calibri</vt:lpstr>
      <vt:lpstr>Calibri Light</vt:lpstr>
      <vt:lpstr>Cambria</vt:lpstr>
      <vt:lpstr>Times New Roman</vt:lpstr>
      <vt:lpstr>Verdana</vt:lpstr>
      <vt:lpstr>Wingdings</vt:lpstr>
      <vt:lpstr>Office Theme</vt:lpstr>
      <vt:lpstr>PowerPoint Presentation</vt:lpstr>
      <vt:lpstr>Content</vt:lpstr>
      <vt:lpstr>About Company or Organization</vt:lpstr>
      <vt:lpstr>Working domain or the technology</vt:lpstr>
      <vt:lpstr>About your team and reporting Manager</vt:lpstr>
      <vt:lpstr>Challenges Faced in Internship</vt:lpstr>
      <vt:lpstr>Objectives of the work</vt:lpstr>
      <vt:lpstr>Literature Review</vt:lpstr>
      <vt:lpstr>Problem Statement</vt:lpstr>
      <vt:lpstr>Advantages of Proposed System/Work</vt:lpstr>
      <vt:lpstr>System Testing</vt:lpstr>
      <vt:lpstr>Conclusion</vt:lpstr>
      <vt:lpstr>References</vt:lpstr>
      <vt:lpstr>Github Link</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Gopalakrishnan N-Asst. Prof-CIV</dc:creator>
  <cp:lastModifiedBy>Hida Fathima P H</cp:lastModifiedBy>
  <cp:revision>721</cp:revision>
  <dcterms:created xsi:type="dcterms:W3CDTF">2022-10-14T07:18:17Z</dcterms:created>
  <dcterms:modified xsi:type="dcterms:W3CDTF">2026-04-05T15:51:18Z</dcterms:modified>
</cp:coreProperties>
</file>
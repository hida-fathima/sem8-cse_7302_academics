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 Fathima P H" userId="e710a13aaa5890fd" providerId="LiveId" clId="{59A81BD8-8BCA-49BF-B801-4AB6E1801771}"/>
    <pc:docChg chg="undo custSel addSld delSld modSld">
      <pc:chgData name="Hida Fathima P H" userId="e710a13aaa5890fd" providerId="LiveId" clId="{59A81BD8-8BCA-49BF-B801-4AB6E1801771}" dt="2026-03-23T09:55:53.902" v="64" actId="47"/>
      <pc:docMkLst>
        <pc:docMk/>
      </pc:docMkLst>
      <pc:sldChg chg="modSp add del mod">
        <pc:chgData name="Hida Fathima P H" userId="e710a13aaa5890fd" providerId="LiveId" clId="{59A81BD8-8BCA-49BF-B801-4AB6E1801771}" dt="2026-03-23T09:55:45.502" v="62" actId="27636"/>
        <pc:sldMkLst>
          <pc:docMk/>
          <pc:sldMk cId="1558138914" sldId="261"/>
        </pc:sldMkLst>
        <pc:spChg chg="mod">
          <ac:chgData name="Hida Fathima P H" userId="e710a13aaa5890fd" providerId="LiveId" clId="{59A81BD8-8BCA-49BF-B801-4AB6E1801771}" dt="2026-03-23T09:55:45.502" v="62" actId="27636"/>
          <ac:spMkLst>
            <pc:docMk/>
            <pc:sldMk cId="1558138914" sldId="261"/>
            <ac:spMk id="3" creationId="{00000000-0000-0000-0000-000000000000}"/>
          </ac:spMkLst>
        </pc:spChg>
      </pc:sldChg>
      <pc:sldChg chg="modSp mod">
        <pc:chgData name="Hida Fathima P H" userId="e710a13aaa5890fd" providerId="LiveId" clId="{59A81BD8-8BCA-49BF-B801-4AB6E1801771}" dt="2026-03-03T06:57:18.446" v="56" actId="20577"/>
        <pc:sldMkLst>
          <pc:docMk/>
          <pc:sldMk cId="295621377" sldId="267"/>
        </pc:sldMkLst>
        <pc:spChg chg="mod">
          <ac:chgData name="Hida Fathima P H" userId="e710a13aaa5890fd" providerId="LiveId" clId="{59A81BD8-8BCA-49BF-B801-4AB6E1801771}" dt="2026-03-03T06:57:18.446" v="56" actId="20577"/>
          <ac:spMkLst>
            <pc:docMk/>
            <pc:sldMk cId="295621377" sldId="267"/>
            <ac:spMk id="3" creationId="{00000000-0000-0000-0000-000000000000}"/>
          </ac:spMkLst>
        </pc:spChg>
      </pc:sldChg>
      <pc:sldChg chg="del">
        <pc:chgData name="Hida Fathima P H" userId="e710a13aaa5890fd" providerId="LiveId" clId="{59A81BD8-8BCA-49BF-B801-4AB6E1801771}" dt="2026-03-23T09:55:49.410" v="63" actId="47"/>
        <pc:sldMkLst>
          <pc:docMk/>
          <pc:sldMk cId="759781070" sldId="270"/>
        </pc:sldMkLst>
      </pc:sldChg>
      <pc:sldChg chg="del">
        <pc:chgData name="Hida Fathima P H" userId="e710a13aaa5890fd" providerId="LiveId" clId="{59A81BD8-8BCA-49BF-B801-4AB6E1801771}" dt="2026-03-23T09:55:53.902" v="64" actId="47"/>
        <pc:sldMkLst>
          <pc:docMk/>
          <pc:sldMk cId="2586976709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1" dirty="0"/>
            <a:t>Current Status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b="1" dirty="0"/>
            <a:t>Training Under Team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b="1" dirty="0"/>
            <a:t>Learning &amp; Initial Implementation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1C51F1F-B8CB-4176-9FE4-FABBD8AB49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Onboarding and orientation at Tecplix</a:t>
          </a:r>
        </a:p>
      </dgm:t>
    </dgm:pt>
    <dgm:pt modelId="{C197A262-41AA-49F9-8503-1CFC076EF997}" type="parTrans" cxnId="{D7F482E3-1DD8-46E6-8017-693BF0896035}">
      <dgm:prSet/>
      <dgm:spPr/>
      <dgm:t>
        <a:bodyPr/>
        <a:lstStyle/>
        <a:p>
          <a:endParaRPr lang="en-IN"/>
        </a:p>
      </dgm:t>
    </dgm:pt>
    <dgm:pt modelId="{D8F23727-F0CA-40F5-A8E8-C685AEDFA00C}" type="sibTrans" cxnId="{D7F482E3-1DD8-46E6-8017-693BF0896035}">
      <dgm:prSet/>
      <dgm:spPr/>
      <dgm:t>
        <a:bodyPr/>
        <a:lstStyle/>
        <a:p>
          <a:endParaRPr lang="en-IN"/>
        </a:p>
      </dgm:t>
    </dgm:pt>
    <dgm:pt modelId="{9DDBD6DB-DD37-434F-A80B-10B3CBAE0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Undergoing </a:t>
          </a:r>
          <a:r>
            <a:rPr lang="en-US" b="1" dirty="0"/>
            <a:t>basic training in AI and Cybersecurity fundamentals</a:t>
          </a:r>
          <a:endParaRPr lang="en-US" dirty="0"/>
        </a:p>
      </dgm:t>
    </dgm:pt>
    <dgm:pt modelId="{730CE1A9-A774-45FF-B922-B24EF4216C48}" type="parTrans" cxnId="{E2F04EC0-11E6-4BD8-89A8-EC7DBA144F62}">
      <dgm:prSet/>
      <dgm:spPr/>
      <dgm:t>
        <a:bodyPr/>
        <a:lstStyle/>
        <a:p>
          <a:endParaRPr lang="en-IN"/>
        </a:p>
      </dgm:t>
    </dgm:pt>
    <dgm:pt modelId="{3291F7A0-D882-4D7B-B2DB-3B1F81038315}" type="sibTrans" cxnId="{E2F04EC0-11E6-4BD8-89A8-EC7DBA144F62}">
      <dgm:prSet/>
      <dgm:spPr/>
      <dgm:t>
        <a:bodyPr/>
        <a:lstStyle/>
        <a:p>
          <a:endParaRPr lang="en-IN"/>
        </a:p>
      </dgm:t>
    </dgm:pt>
    <dgm:pt modelId="{1039EF3C-5CD4-4C56-A279-B125777399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core concepts, terminology, tools overview, and company processes.</a:t>
          </a:r>
        </a:p>
      </dgm:t>
    </dgm:pt>
    <dgm:pt modelId="{9ED36016-264D-46B2-8DCF-421E3A74123B}" type="parTrans" cxnId="{9404998C-1758-482D-A83D-CB42CFA3943E}">
      <dgm:prSet/>
      <dgm:spPr/>
      <dgm:t>
        <a:bodyPr/>
        <a:lstStyle/>
        <a:p>
          <a:endParaRPr lang="en-IN"/>
        </a:p>
      </dgm:t>
    </dgm:pt>
    <dgm:pt modelId="{B8D147F7-9E35-49C3-8CAB-294779AA95A8}" type="sibTrans" cxnId="{9404998C-1758-482D-A83D-CB42CFA3943E}">
      <dgm:prSet/>
      <dgm:spPr/>
      <dgm:t>
        <a:bodyPr/>
        <a:lstStyle/>
        <a:p>
          <a:endParaRPr lang="en-IN"/>
        </a:p>
      </dgm:t>
    </dgm:pt>
    <dgm:pt modelId="{862573D9-6E1B-4F6D-9B80-1BE4BA1E10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Assigned to a </a:t>
          </a:r>
          <a:r>
            <a:rPr lang="en-US" b="1"/>
            <a:t>team for guided technical training</a:t>
          </a:r>
          <a:endParaRPr lang="en-US"/>
        </a:p>
      </dgm:t>
    </dgm:pt>
    <dgm:pt modelId="{90166AD4-EF64-4F26-BED9-27C252E3AF7B}" type="parTrans" cxnId="{9FFC2CBC-9591-4CF2-BF81-771E1C603503}">
      <dgm:prSet/>
      <dgm:spPr/>
      <dgm:t>
        <a:bodyPr/>
        <a:lstStyle/>
        <a:p>
          <a:endParaRPr lang="en-IN"/>
        </a:p>
      </dgm:t>
    </dgm:pt>
    <dgm:pt modelId="{2D3F3E5B-9E9A-4950-80A4-9FA811C3CB9D}" type="sibTrans" cxnId="{9FFC2CBC-9591-4CF2-BF81-771E1C603503}">
      <dgm:prSet/>
      <dgm:spPr/>
      <dgm:t>
        <a:bodyPr/>
        <a:lstStyle/>
        <a:p>
          <a:endParaRPr lang="en-IN"/>
        </a:p>
      </dgm:t>
    </dgm:pt>
    <dgm:pt modelId="{0ACBA6DA-7437-438C-B860-2AE759E67A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</a:t>
          </a:r>
          <a:r>
            <a:rPr lang="en-US" b="1" dirty="0"/>
            <a:t>AI tools applied to cybersecurity use cases</a:t>
          </a:r>
          <a:endParaRPr lang="en-US" dirty="0"/>
        </a:p>
      </dgm:t>
    </dgm:pt>
    <dgm:pt modelId="{F71E9CA2-04B7-4BBE-B3D5-1F98BBCFBDA1}" type="parTrans" cxnId="{6A3D5A91-CC4C-4FC3-8978-C2BD5950B7FC}">
      <dgm:prSet/>
      <dgm:spPr/>
      <dgm:t>
        <a:bodyPr/>
        <a:lstStyle/>
        <a:p>
          <a:endParaRPr lang="en-IN"/>
        </a:p>
      </dgm:t>
    </dgm:pt>
    <dgm:pt modelId="{DEDB0430-9ECC-40B7-B12E-C59B8A2EBA9A}" type="sibTrans" cxnId="{6A3D5A91-CC4C-4FC3-8978-C2BD5950B7FC}">
      <dgm:prSet/>
      <dgm:spPr/>
      <dgm:t>
        <a:bodyPr/>
        <a:lstStyle/>
        <a:p>
          <a:endParaRPr lang="en-IN"/>
        </a:p>
      </dgm:t>
    </dgm:pt>
    <dgm:pt modelId="{A4CEB015-1F55-4E86-B072-356BEBB22F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Hands-on practice with basic tools, datasets, and security scenarios under mentorship</a:t>
          </a:r>
        </a:p>
      </dgm:t>
    </dgm:pt>
    <dgm:pt modelId="{11D82157-DAAE-480B-96BD-DAEFD1BA93EC}" type="parTrans" cxnId="{219A7EA6-2BAB-43A5-9D6F-E2D19F347F58}">
      <dgm:prSet/>
      <dgm:spPr/>
      <dgm:t>
        <a:bodyPr/>
        <a:lstStyle/>
        <a:p>
          <a:endParaRPr lang="en-IN"/>
        </a:p>
      </dgm:t>
    </dgm:pt>
    <dgm:pt modelId="{29B4C28C-3CEB-412A-BE88-0038A6043D32}" type="sibTrans" cxnId="{219A7EA6-2BAB-43A5-9D6F-E2D19F347F58}">
      <dgm:prSet/>
      <dgm:spPr/>
      <dgm:t>
        <a:bodyPr/>
        <a:lstStyle/>
        <a:p>
          <a:endParaRPr lang="en-IN"/>
        </a:p>
      </dgm:t>
    </dgm:pt>
    <dgm:pt modelId="{B4CB8957-A26F-4B44-8823-09274A296B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Applying learned concepts to </a:t>
          </a:r>
          <a:r>
            <a:rPr lang="en-US" b="1"/>
            <a:t>small tasks or modules</a:t>
          </a:r>
          <a:r>
            <a:rPr lang="en-US"/>
            <a:t> related to AI &amp; Cybersecurity</a:t>
          </a:r>
        </a:p>
      </dgm:t>
    </dgm:pt>
    <dgm:pt modelId="{767E7B95-4834-4F07-AC95-C1D6ABFE6726}" type="parTrans" cxnId="{4CADDA89-0CF9-4365-86B8-F6CA27E49C54}">
      <dgm:prSet/>
      <dgm:spPr/>
      <dgm:t>
        <a:bodyPr/>
        <a:lstStyle/>
        <a:p>
          <a:endParaRPr lang="en-IN"/>
        </a:p>
      </dgm:t>
    </dgm:pt>
    <dgm:pt modelId="{9F90E46D-6726-4D5A-98A7-FCAD207E7536}" type="sibTrans" cxnId="{4CADDA89-0CF9-4365-86B8-F6CA27E49C54}">
      <dgm:prSet/>
      <dgm:spPr/>
      <dgm:t>
        <a:bodyPr/>
        <a:lstStyle/>
        <a:p>
          <a:endParaRPr lang="en-IN"/>
        </a:p>
      </dgm:t>
    </dgm:pt>
    <dgm:pt modelId="{435B1A7C-A547-48A9-8AF2-1989D7E711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Understanding </a:t>
          </a:r>
          <a:r>
            <a:rPr lang="en-US" b="1" dirty="0"/>
            <a:t>real-world threat scenarios and AI-based detection approaches</a:t>
          </a:r>
          <a:endParaRPr lang="en-US" dirty="0"/>
        </a:p>
      </dgm:t>
    </dgm:pt>
    <dgm:pt modelId="{1D80D164-BBB4-4A0B-B2CD-A91AE56789D5}" type="parTrans" cxnId="{149DAA1C-D8EC-48C3-8DB3-78FF1D152DA4}">
      <dgm:prSet/>
      <dgm:spPr/>
      <dgm:t>
        <a:bodyPr/>
        <a:lstStyle/>
        <a:p>
          <a:endParaRPr lang="en-IN"/>
        </a:p>
      </dgm:t>
    </dgm:pt>
    <dgm:pt modelId="{5F4FE167-68A0-4F22-B15D-0776D35DF87D}" type="sibTrans" cxnId="{149DAA1C-D8EC-48C3-8DB3-78FF1D152DA4}">
      <dgm:prSet/>
      <dgm:spPr/>
      <dgm:t>
        <a:bodyPr/>
        <a:lstStyle/>
        <a:p>
          <a:endParaRPr lang="en-IN"/>
        </a:p>
      </dgm:t>
    </dgm:pt>
    <dgm:pt modelId="{379A57D1-93D6-437C-BDF4-3323357736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Improving technical skills through continuous practice and team collaboration</a:t>
          </a:r>
        </a:p>
      </dgm:t>
    </dgm:pt>
    <dgm:pt modelId="{02DE890B-7F36-4869-8A8A-3ACFEA4A9273}" type="parTrans" cxnId="{9B1D93C2-4DB2-45A3-9AE2-18833C46952D}">
      <dgm:prSet/>
      <dgm:spPr/>
      <dgm:t>
        <a:bodyPr/>
        <a:lstStyle/>
        <a:p>
          <a:endParaRPr lang="en-IN"/>
        </a:p>
      </dgm:t>
    </dgm:pt>
    <dgm:pt modelId="{18FEF118-71FC-4838-AC49-37EDC8869AB3}" type="sibTrans" cxnId="{9B1D93C2-4DB2-45A3-9AE2-18833C46952D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E13E202-47CF-4E94-A885-52914C8E8A56}" type="presOf" srcId="{0ACBA6DA-7437-438C-B860-2AE759E67A38}" destId="{06F8D57B-EDF4-4CF4-8700-DC2CA3E3028E}" srcOrd="0" destOrd="2" presId="urn:microsoft.com/office/officeart/2011/layout/InterconnectedBlockProcess"/>
    <dgm:cxn modelId="{F3C72603-2341-487B-B15E-FE6BA16C5D0E}" type="presOf" srcId="{A4CEB015-1F55-4E86-B072-356BEBB22F40}" destId="{6BCCFBA6-7A43-4631-AD7F-AFB10E1E6CD7}" srcOrd="1" destOrd="3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86FD7609-1D53-4FFA-BCCB-305AD4F8FA90}" type="presOf" srcId="{B4CB8957-A26F-4B44-8823-09274A296B7C}" destId="{2532504F-5FE1-4C97-B485-F05E8885EACC}" srcOrd="0" destOrd="1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9DAA1C-D8EC-48C3-8DB3-78FF1D152DA4}" srcId="{A59EC69B-8F3F-425B-819F-E8C557946AEE}" destId="{435B1A7C-A547-48A9-8AF2-1989D7E7117F}" srcOrd="2" destOrd="0" parTransId="{1D80D164-BBB4-4A0B-B2CD-A91AE56789D5}" sibTransId="{5F4FE167-68A0-4F22-B15D-0776D35DF87D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EB087724-F14C-4EE9-BDAA-F6C7B49329CA}" type="presOf" srcId="{9DDBD6DB-DD37-434F-A80B-10B3CBAE0BA8}" destId="{A134CDD1-D85F-44EF-8BEE-9F99A855C1E6}" srcOrd="0" destOrd="2" presId="urn:microsoft.com/office/officeart/2011/layout/InterconnectedBlockProcess"/>
    <dgm:cxn modelId="{27BEAB28-00F8-4F82-9BFD-BF66A0A6B586}" type="presOf" srcId="{81C51F1F-B8CB-4176-9FE4-FABBD8AB49FD}" destId="{A134CDD1-D85F-44EF-8BEE-9F99A855C1E6}" srcOrd="0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A570EB5E-47C2-4447-BC83-7B62C1BD9040}" type="presOf" srcId="{862573D9-6E1B-4F6D-9B80-1BE4BA1E1082}" destId="{6BCCFBA6-7A43-4631-AD7F-AFB10E1E6CD7}" srcOrd="1" destOrd="1" presId="urn:microsoft.com/office/officeart/2011/layout/InterconnectedBlockProcess"/>
    <dgm:cxn modelId="{9AA42461-207B-4D19-8B78-CD11DC866695}" type="presOf" srcId="{A4CEB015-1F55-4E86-B072-356BEBB22F40}" destId="{06F8D57B-EDF4-4CF4-8700-DC2CA3E3028E}" srcOrd="0" destOrd="3" presId="urn:microsoft.com/office/officeart/2011/layout/InterconnectedBlockProcess"/>
    <dgm:cxn modelId="{61036642-58B3-4BCF-A972-64F8212FDE31}" type="presOf" srcId="{B4CB8957-A26F-4B44-8823-09274A296B7C}" destId="{0D08ED52-6744-4369-B780-916B09984775}" srcOrd="1" destOrd="1" presId="urn:microsoft.com/office/officeart/2011/layout/InterconnectedBlockProcess"/>
    <dgm:cxn modelId="{F0A35142-B726-469F-ACEA-53471B9C17A0}" type="presOf" srcId="{379A57D1-93D6-437C-BDF4-3323357736A5}" destId="{0D08ED52-6744-4369-B780-916B09984775}" srcOrd="1" destOrd="3" presId="urn:microsoft.com/office/officeart/2011/layout/InterconnectedBlockProcess"/>
    <dgm:cxn modelId="{8FCA3D6A-31B5-4A2F-96B9-944718946B1F}" type="presOf" srcId="{9DDBD6DB-DD37-434F-A80B-10B3CBAE0BA8}" destId="{1C91D7E3-8940-4A33-9182-677DD5415901}" srcOrd="1" destOrd="2" presId="urn:microsoft.com/office/officeart/2011/layout/InterconnectedBlockProcess"/>
    <dgm:cxn modelId="{B9218D6D-CC6F-41DB-8BED-9088823616D5}" type="presOf" srcId="{379A57D1-93D6-437C-BDF4-3323357736A5}" destId="{2532504F-5FE1-4C97-B485-F05E8885EACC}" srcOrd="0" destOrd="3" presId="urn:microsoft.com/office/officeart/2011/layout/InterconnectedBlockProcess"/>
    <dgm:cxn modelId="{DD16AC4F-47A6-4D58-A48E-992B8D082448}" type="presOf" srcId="{1039EF3C-5CD4-4C56-A279-B125777399E0}" destId="{1C91D7E3-8940-4A33-9182-677DD5415901}" srcOrd="1" destOrd="3" presId="urn:microsoft.com/office/officeart/2011/layout/InterconnectedBlockProcess"/>
    <dgm:cxn modelId="{50ED9271-EE41-4272-888A-D3B320EE814C}" type="presOf" srcId="{435B1A7C-A547-48A9-8AF2-1989D7E7117F}" destId="{2532504F-5FE1-4C97-B485-F05E8885EACC}" srcOrd="0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2DEAED74-0247-46C3-8332-1FE9379E9BCC}" type="presOf" srcId="{65C051F6-A849-4495-A964-CD4C650B9C06}" destId="{C73DE52A-2F45-45E6-AD0E-D5BEAF609F8E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CD6F8F7B-1F4A-48B6-A4F0-58367665AFAF}" type="presOf" srcId="{1039EF3C-5CD4-4C56-A279-B125777399E0}" destId="{A134CDD1-D85F-44EF-8BEE-9F99A855C1E6}" srcOrd="0" destOrd="3" presId="urn:microsoft.com/office/officeart/2011/layout/InterconnectedBlockProcess"/>
    <dgm:cxn modelId="{4CADDA89-0CF9-4365-86B8-F6CA27E49C54}" srcId="{A59EC69B-8F3F-425B-819F-E8C557946AEE}" destId="{B4CB8957-A26F-4B44-8823-09274A296B7C}" srcOrd="1" destOrd="0" parTransId="{767E7B95-4834-4F07-AC95-C1D6ABFE6726}" sibTransId="{9F90E46D-6726-4D5A-98A7-FCAD207E7536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04998C-1758-482D-A83D-CB42CFA3943E}" srcId="{988D96B0-D16E-4763-B393-84178CF4FF50}" destId="{1039EF3C-5CD4-4C56-A279-B125777399E0}" srcOrd="3" destOrd="0" parTransId="{9ED36016-264D-46B2-8DCF-421E3A74123B}" sibTransId="{B8D147F7-9E35-49C3-8CAB-294779AA95A8}"/>
    <dgm:cxn modelId="{4943AA8D-E77F-4B3E-AE96-CB1211F9FFEA}" type="presOf" srcId="{862573D9-6E1B-4F6D-9B80-1BE4BA1E1082}" destId="{06F8D57B-EDF4-4CF4-8700-DC2CA3E3028E}" srcOrd="0" destOrd="1" presId="urn:microsoft.com/office/officeart/2011/layout/InterconnectedBlockProcess"/>
    <dgm:cxn modelId="{6A3D5A91-CC4C-4FC3-8978-C2BD5950B7FC}" srcId="{7B3055AA-BF7C-46D0-9A9E-60087B9F57B4}" destId="{0ACBA6DA-7437-438C-B860-2AE759E67A38}" srcOrd="2" destOrd="0" parTransId="{F71E9CA2-04B7-4BBE-B3D5-1F98BBCFBDA1}" sibTransId="{DEDB0430-9ECC-40B7-B12E-C59B8A2EBA9A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A483E9C-354F-4FA3-B909-770540EE2C15}" type="presOf" srcId="{435B1A7C-A547-48A9-8AF2-1989D7E7117F}" destId="{0D08ED52-6744-4369-B780-916B09984775}" srcOrd="1" destOrd="2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19A7EA6-2BAB-43A5-9D6F-E2D19F347F58}" srcId="{7B3055AA-BF7C-46D0-9A9E-60087B9F57B4}" destId="{A4CEB015-1F55-4E86-B072-356BEBB22F40}" srcOrd="3" destOrd="0" parTransId="{11D82157-DAAE-480B-96BD-DAEFD1BA93EC}" sibTransId="{29B4C28C-3CEB-412A-BE88-0038A6043D32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FFC2CBC-9591-4CF2-BF81-771E1C603503}" srcId="{7B3055AA-BF7C-46D0-9A9E-60087B9F57B4}" destId="{862573D9-6E1B-4F6D-9B80-1BE4BA1E1082}" srcOrd="1" destOrd="0" parTransId="{90166AD4-EF64-4F26-BED9-27C252E3AF7B}" sibTransId="{2D3F3E5B-9E9A-4950-80A4-9FA811C3CB9D}"/>
    <dgm:cxn modelId="{E2F04EC0-11E6-4BD8-89A8-EC7DBA144F62}" srcId="{988D96B0-D16E-4763-B393-84178CF4FF50}" destId="{9DDBD6DB-DD37-434F-A80B-10B3CBAE0BA8}" srcOrd="2" destOrd="0" parTransId="{730CE1A9-A774-45FF-B922-B24EF4216C48}" sibTransId="{3291F7A0-D882-4D7B-B2DB-3B1F81038315}"/>
    <dgm:cxn modelId="{9B1D93C2-4DB2-45A3-9AE2-18833C46952D}" srcId="{A59EC69B-8F3F-425B-819F-E8C557946AEE}" destId="{379A57D1-93D6-437C-BDF4-3323357736A5}" srcOrd="3" destOrd="0" parTransId="{02DE890B-7F36-4869-8A8A-3ACFEA4A9273}" sibTransId="{18FEF118-71FC-4838-AC49-37EDC8869AB3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FBE04DB-E607-4EEE-A713-3A6ADAED0012}" type="presOf" srcId="{0ACBA6DA-7437-438C-B860-2AE759E67A38}" destId="{6BCCFBA6-7A43-4631-AD7F-AFB10E1E6CD7}" srcOrd="1" destOrd="2" presId="urn:microsoft.com/office/officeart/2011/layout/InterconnectedBlockProcess"/>
    <dgm:cxn modelId="{1F8056DE-7383-4608-8ACE-9E28BC43F1C0}" type="presOf" srcId="{81C51F1F-B8CB-4176-9FE4-FABBD8AB49FD}" destId="{1C91D7E3-8940-4A33-9182-677DD5415901}" srcOrd="1" destOrd="1" presId="urn:microsoft.com/office/officeart/2011/layout/InterconnectedBlockProcess"/>
    <dgm:cxn modelId="{D7F482E3-1DD8-46E6-8017-693BF0896035}" srcId="{988D96B0-D16E-4763-B393-84178CF4FF50}" destId="{81C51F1F-B8CB-4176-9FE4-FABBD8AB49FD}" srcOrd="1" destOrd="0" parTransId="{C197A262-41AA-49F9-8503-1CFC076EF997}" sibTransId="{D8F23727-F0CA-40F5-A8E8-C685AEDFA00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9298C02-8A80-4CCB-9E4C-4089D9A62C5B}" type="presParOf" srcId="{A6BCDA7B-D633-438F-B44D-CB4D60E5C492}" destId="{0EA92EC0-9C6F-4663-B822-B1E8E3DCB13B}" srcOrd="0" destOrd="0" presId="urn:microsoft.com/office/officeart/2011/layout/InterconnectedBlockProcess"/>
    <dgm:cxn modelId="{17416D6A-A38D-426F-B341-FF49F31F9ED1}" type="presParOf" srcId="{0EA92EC0-9C6F-4663-B822-B1E8E3DCB13B}" destId="{8CAE5A4D-0C7B-48A6-917B-0B8433D0574B}" srcOrd="0" destOrd="0" presId="urn:microsoft.com/office/officeart/2011/layout/InterconnectedBlockProcess"/>
    <dgm:cxn modelId="{3D37CB95-1605-4A2A-BE09-7D6FC0C6DA00}" type="presParOf" srcId="{A6BCDA7B-D633-438F-B44D-CB4D60E5C492}" destId="{928B615F-0F8D-4140-A638-0FBB8F5BF1E9}" srcOrd="1" destOrd="0" presId="urn:microsoft.com/office/officeart/2011/layout/InterconnectedBlockProcess"/>
    <dgm:cxn modelId="{302646C3-7BF4-4604-9337-8F2C22A9A693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Learning &amp; Initial Implementation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Applying learned concepts to </a:t>
          </a:r>
          <a:r>
            <a:rPr lang="en-US" sz="1000" b="1" kern="1200"/>
            <a:t>small tasks or modules</a:t>
          </a:r>
          <a:r>
            <a:rPr lang="en-US" sz="1000" kern="1200"/>
            <a:t> related to AI &amp; Cybersecurity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Understanding </a:t>
          </a:r>
          <a:r>
            <a:rPr lang="en-US" sz="1000" b="1" kern="1200" dirty="0"/>
            <a:t>real-world threat scenarios and AI-based detection approaches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Improving technical skills through continuous practice and team collaboration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Training Under Team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Assigned to a </a:t>
          </a:r>
          <a:r>
            <a:rPr lang="en-US" sz="1000" b="1" kern="1200"/>
            <a:t>team for guided technical training</a:t>
          </a:r>
          <a:endParaRPr lang="en-US" sz="1000" kern="120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</a:t>
          </a:r>
          <a:r>
            <a:rPr lang="en-US" sz="1000" b="1" kern="1200" dirty="0"/>
            <a:t>AI tools applied to cybersecurity use cases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Hands-on practice with basic tools, datasets, and security scenarios under mentorship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Current Status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Onboarding and orientation at Tecplix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Undergoing </a:t>
          </a:r>
          <a:r>
            <a:rPr lang="en-US" sz="1000" b="1" kern="1200" dirty="0"/>
            <a:t>basic training in AI and Cybersecurity fundamentals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core concepts, terminology, tools overview, and company processes.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da-Fathima/sem8-CSE_7302_academi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Vijayakumar Adaickalam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 – CSE(AI&amp;ML)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Zafar Ali Khan N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Anandan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 &amp; Cyber Security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14293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Hida Fathima P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SIC 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cybersecurity-focused technology consulting and services company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organizations strengthen their security posture and resilience against emerging threats.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solutions are built using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technologies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Machine Learning, scalable analytics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future-proof platforms to enhance detection, defense and response capabilities in real time.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emphasises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customer-centricity, innovation, flexibility and business-aligned solutions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its offerings.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 / Technology: AI &amp; Cybersecurity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Exposure to foundational concepts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Cybersecurity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basics of threat detection, security principles, and the role of AI in automating security.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cybersecurity helps organizations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identify, prevent, and respond to cyber threats efficiently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effort and improving accuracy in modern digital environments.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 in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training phase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strengthening core concepts and industry practices before being allocated to a specific team or live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AVP – Technology &amp; Services </a:t>
            </a:r>
          </a:p>
          <a:p>
            <a:pPr marL="2743200" lvl="6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technical domain (AI &amp; Cybersecurity)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understanding its application at an organizational and industry level.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travel and a professional work environment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the initial phase of the internship.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effectively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balancing daily commute, an 8-hour work schedule, and continuous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initial stage: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fundamental concepts of AI and Cybersecurity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security threats, defense mechanisms, and the role of AI in cyber risk mitigation.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exposure through training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tools, and guided exercises that prepare me for real-world cybersecurity and AI applications.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strong technical foundation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will enable effective contribution to team tasks and projects once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866240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1AC10DA-923A-873C-7A3D-8A807D548A87}"/>
              </a:ext>
            </a:extLst>
          </p:cNvPr>
          <p:cNvGrpSpPr/>
          <p:nvPr/>
        </p:nvGrpSpPr>
        <p:grpSpPr>
          <a:xfrm>
            <a:off x="6788552" y="1957292"/>
            <a:ext cx="2513635" cy="2862322"/>
            <a:chOff x="6788552" y="1957292"/>
            <a:chExt cx="2513635" cy="28623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2890241-CE98-C576-5FF3-16AD08631C80}"/>
                </a:ext>
              </a:extLst>
            </p:cNvPr>
            <p:cNvSpPr txBox="1"/>
            <p:nvPr/>
          </p:nvSpPr>
          <p:spPr>
            <a:xfrm>
              <a:off x="6788552" y="1957292"/>
              <a:ext cx="119798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Active Contribution</a:t>
              </a:r>
            </a:p>
            <a:p>
              <a:r>
                <a:rPr lang="en-US" sz="1000" dirty="0"/>
                <a:t>Working on </a:t>
              </a:r>
              <a:r>
                <a:rPr lang="en-US" sz="1000" b="1" dirty="0"/>
                <a:t>assigned tasks or sub-modules</a:t>
              </a:r>
              <a:r>
                <a:rPr lang="en-US" sz="1000" dirty="0"/>
                <a:t> within the team</a:t>
              </a:r>
            </a:p>
            <a:p>
              <a:r>
                <a:rPr lang="en-US" sz="1000" dirty="0"/>
                <a:t>Assisting in </a:t>
              </a:r>
              <a:r>
                <a:rPr lang="en-US" sz="1000" b="1" dirty="0"/>
                <a:t>analysis, implementation, or testing</a:t>
              </a:r>
              <a:r>
                <a:rPr lang="en-US" sz="1000" dirty="0"/>
                <a:t> of AI-driven cybersecurity solutions</a:t>
              </a:r>
            </a:p>
            <a:p>
              <a:r>
                <a:rPr lang="en-US" sz="1000" dirty="0"/>
                <a:t>Gaining practical exposure to </a:t>
              </a:r>
              <a:r>
                <a:rPr lang="en-US" sz="1000" b="1" dirty="0"/>
                <a:t>industry workflows and best practices</a:t>
              </a:r>
              <a:endParaRPr lang="en-US" sz="1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CA50A5-D018-96ED-968D-DDF42F7779FA}"/>
                </a:ext>
              </a:extLst>
            </p:cNvPr>
            <p:cNvSpPr txBox="1"/>
            <p:nvPr/>
          </p:nvSpPr>
          <p:spPr>
            <a:xfrm>
              <a:off x="8104207" y="2049100"/>
              <a:ext cx="119798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Outcome</a:t>
              </a:r>
            </a:p>
            <a:p>
              <a:r>
                <a:rPr lang="en-US" sz="1000" dirty="0"/>
                <a:t>Developed a </a:t>
              </a:r>
              <a:r>
                <a:rPr lang="en-US" sz="1000" b="1" dirty="0"/>
                <a:t>strong foundation in AI and Cybersecurity concepts</a:t>
              </a:r>
              <a:endParaRPr lang="en-US" sz="1000" dirty="0"/>
            </a:p>
            <a:p>
              <a:r>
                <a:rPr lang="en-US" sz="1000" dirty="0"/>
                <a:t>Gained </a:t>
              </a:r>
              <a:r>
                <a:rPr lang="en-US" sz="1000" b="1" dirty="0"/>
                <a:t>practical exposure to tools, workflows, and real-world problem-solving</a:t>
              </a:r>
              <a:endParaRPr lang="en-US" sz="1000" dirty="0"/>
            </a:p>
            <a:p>
              <a:r>
                <a:rPr lang="en-US" sz="1000" dirty="0"/>
                <a:t>Improved technical, analytical, and professional skills through hands-on experience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https://github.com/Hida-Fathima/sem8-CSE_7302_academics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7157</TotalTime>
  <Words>663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Hida Fathima P H</cp:lastModifiedBy>
  <cp:revision>726</cp:revision>
  <dcterms:created xsi:type="dcterms:W3CDTF">2022-10-14T07:18:17Z</dcterms:created>
  <dcterms:modified xsi:type="dcterms:W3CDTF">2026-03-23T09:56:19Z</dcterms:modified>
</cp:coreProperties>
</file>
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9" r:id="rId2"/>
    <p:sldId id="270" r:id="rId3"/>
    <p:sldId id="279" r:id="rId4"/>
    <p:sldId id="281" r:id="rId5"/>
    <p:sldId id="282" r:id="rId6"/>
    <p:sldId id="283" r:id="rId7"/>
    <p:sldId id="284" r:id="rId8"/>
    <p:sldId id="271" r:id="rId9"/>
    <p:sldId id="285" r:id="rId10"/>
    <p:sldId id="286" r:id="rId11"/>
    <p:sldId id="288" r:id="rId12"/>
    <p:sldId id="276" r:id="rId13"/>
    <p:sldId id="277" r:id="rId14"/>
    <p:sldId id="289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7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0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da Fathima P H" userId="e710a13aaa5890fd" providerId="LiveId" clId="{59A81BD8-8BCA-49BF-B801-4AB6E1801771}"/>
    <pc:docChg chg="undo custSel addSld delSld modSld">
      <pc:chgData name="Hida Fathima P H" userId="e710a13aaa5890fd" providerId="LiveId" clId="{59A81BD8-8BCA-49BF-B801-4AB6E1801771}" dt="2026-03-23T10:09:50.645" v="372" actId="1076"/>
      <pc:docMkLst>
        <pc:docMk/>
      </pc:docMkLst>
      <pc:sldChg chg="addSp delSp modSp mod">
        <pc:chgData name="Hida Fathima P H" userId="e710a13aaa5890fd" providerId="LiveId" clId="{59A81BD8-8BCA-49BF-B801-4AB6E1801771}" dt="2026-03-23T10:08:42.555" v="365" actId="20577"/>
        <pc:sldMkLst>
          <pc:docMk/>
          <pc:sldMk cId="3066724582" sldId="259"/>
        </pc:sldMkLst>
        <pc:spChg chg="add mod">
          <ac:chgData name="Hida Fathima P H" userId="e710a13aaa5890fd" providerId="LiveId" clId="{59A81BD8-8BCA-49BF-B801-4AB6E1801771}" dt="2026-02-27T15:35:08.217" v="174" actId="1076"/>
          <ac:spMkLst>
            <pc:docMk/>
            <pc:sldMk cId="3066724582" sldId="259"/>
            <ac:spMk id="2" creationId="{58FEE183-B8E0-3DB5-24EA-609A8A42658C}"/>
          </ac:spMkLst>
        </pc:spChg>
        <pc:spChg chg="add mod">
          <ac:chgData name="Hida Fathima P H" userId="e710a13aaa5890fd" providerId="LiveId" clId="{59A81BD8-8BCA-49BF-B801-4AB6E1801771}" dt="2026-02-27T15:35:43.085" v="188" actId="1036"/>
          <ac:spMkLst>
            <pc:docMk/>
            <pc:sldMk cId="3066724582" sldId="259"/>
            <ac:spMk id="4" creationId="{0C45F909-6CFF-FF7A-267E-3CDE116D3CF6}"/>
          </ac:spMkLst>
        </pc:spChg>
        <pc:spChg chg="mod">
          <ac:chgData name="Hida Fathima P H" userId="e710a13aaa5890fd" providerId="LiveId" clId="{59A81BD8-8BCA-49BF-B801-4AB6E1801771}" dt="2026-03-23T10:08:42.555" v="365" actId="20577"/>
          <ac:spMkLst>
            <pc:docMk/>
            <pc:sldMk cId="3066724582" sldId="259"/>
            <ac:spMk id="9" creationId="{00000000-0000-0000-0000-000000000000}"/>
          </ac:spMkLst>
        </pc:spChg>
        <pc:graphicFrameChg chg="add mod">
          <ac:chgData name="Hida Fathima P H" userId="e710a13aaa5890fd" providerId="LiveId" clId="{59A81BD8-8BCA-49BF-B801-4AB6E1801771}" dt="2026-02-27T15:35:21.722" v="177" actId="1076"/>
          <ac:graphicFrameMkLst>
            <pc:docMk/>
            <pc:sldMk cId="3066724582" sldId="259"/>
            <ac:graphicFrameMk id="3" creationId="{E2555187-20A1-8455-F15F-56585EF8E182}"/>
          </ac:graphicFrameMkLst>
        </pc:graphicFrameChg>
      </pc:sldChg>
      <pc:sldChg chg="modSp mod">
        <pc:chgData name="Hida Fathima P H" userId="e710a13aaa5890fd" providerId="LiveId" clId="{59A81BD8-8BCA-49BF-B801-4AB6E1801771}" dt="2026-03-03T06:59:34.111" v="298"/>
        <pc:sldMkLst>
          <pc:docMk/>
          <pc:sldMk cId="295621377" sldId="267"/>
        </pc:sldMkLst>
        <pc:spChg chg="mod">
          <ac:chgData name="Hida Fathima P H" userId="e710a13aaa5890fd" providerId="LiveId" clId="{59A81BD8-8BCA-49BF-B801-4AB6E1801771}" dt="2026-03-03T06:59:34.111" v="298"/>
          <ac:spMkLst>
            <pc:docMk/>
            <pc:sldMk cId="295621377" sldId="267"/>
            <ac:spMk id="3" creationId="{00000000-0000-0000-0000-000000000000}"/>
          </ac:spMkLst>
        </pc:spChg>
      </pc:sldChg>
      <pc:sldChg chg="modSp add del mod">
        <pc:chgData name="Hida Fathima P H" userId="e710a13aaa5890fd" providerId="LiveId" clId="{59A81BD8-8BCA-49BF-B801-4AB6E1801771}" dt="2026-02-27T15:38:15.536" v="212"/>
        <pc:sldMkLst>
          <pc:docMk/>
          <pc:sldMk cId="972927743" sldId="271"/>
        </pc:sldMkLst>
      </pc:sldChg>
      <pc:sldChg chg="addSp delSp modSp mod">
        <pc:chgData name="Hida Fathima P H" userId="e710a13aaa5890fd" providerId="LiveId" clId="{59A81BD8-8BCA-49BF-B801-4AB6E1801771}" dt="2026-03-23T10:09:41.783" v="369" actId="1076"/>
        <pc:sldMkLst>
          <pc:docMk/>
          <pc:sldMk cId="3365432558" sldId="276"/>
        </pc:sldMkLst>
        <pc:spChg chg="add del mod">
          <ac:chgData name="Hida Fathima P H" userId="e710a13aaa5890fd" providerId="LiveId" clId="{59A81BD8-8BCA-49BF-B801-4AB6E1801771}" dt="2026-03-23T10:09:39.839" v="368" actId="478"/>
          <ac:spMkLst>
            <pc:docMk/>
            <pc:sldMk cId="3365432558" sldId="276"/>
            <ac:spMk id="3" creationId="{2AB6DFDF-3C4E-47E2-FADD-B9145C2FDBB5}"/>
          </ac:spMkLst>
        </pc:spChg>
        <pc:spChg chg="add del mod">
          <ac:chgData name="Hida Fathima P H" userId="e710a13aaa5890fd" providerId="LiveId" clId="{59A81BD8-8BCA-49BF-B801-4AB6E1801771}" dt="2026-03-23T10:09:37.906" v="367" actId="478"/>
          <ac:spMkLst>
            <pc:docMk/>
            <pc:sldMk cId="3365432558" sldId="276"/>
            <ac:spMk id="5" creationId="{EDE11B1B-7BED-04A7-971E-A3F04279A853}"/>
          </ac:spMkLst>
        </pc:spChg>
        <pc:picChg chg="add mod">
          <ac:chgData name="Hida Fathima P H" userId="e710a13aaa5890fd" providerId="LiveId" clId="{59A81BD8-8BCA-49BF-B801-4AB6E1801771}" dt="2026-03-23T10:09:41.783" v="369" actId="1076"/>
          <ac:picMkLst>
            <pc:docMk/>
            <pc:sldMk cId="3365432558" sldId="276"/>
            <ac:picMk id="6" creationId="{43A1C6B4-2DCF-485F-617C-444A775224BB}"/>
          </ac:picMkLst>
        </pc:picChg>
      </pc:sldChg>
      <pc:sldChg chg="addSp delSp modSp mod">
        <pc:chgData name="Hida Fathima P H" userId="e710a13aaa5890fd" providerId="LiveId" clId="{59A81BD8-8BCA-49BF-B801-4AB6E1801771}" dt="2026-03-23T10:09:50.645" v="372" actId="1076"/>
        <pc:sldMkLst>
          <pc:docMk/>
          <pc:sldMk cId="2202617493" sldId="277"/>
        </pc:sldMkLst>
        <pc:spChg chg="mod">
          <ac:chgData name="Hida Fathima P H" userId="e710a13aaa5890fd" providerId="LiveId" clId="{59A81BD8-8BCA-49BF-B801-4AB6E1801771}" dt="2026-02-27T15:47:39.640" v="271" actId="20577"/>
          <ac:spMkLst>
            <pc:docMk/>
            <pc:sldMk cId="2202617493" sldId="277"/>
            <ac:spMk id="2" creationId="{00000000-0000-0000-0000-000000000000}"/>
          </ac:spMkLst>
        </pc:spChg>
        <pc:spChg chg="add del mod">
          <ac:chgData name="Hida Fathima P H" userId="e710a13aaa5890fd" providerId="LiveId" clId="{59A81BD8-8BCA-49BF-B801-4AB6E1801771}" dt="2026-03-23T10:09:48.061" v="371" actId="478"/>
          <ac:spMkLst>
            <pc:docMk/>
            <pc:sldMk cId="2202617493" sldId="277"/>
            <ac:spMk id="3" creationId="{9D073B94-0E72-32C9-9C3A-0F0982EA192A}"/>
          </ac:spMkLst>
        </pc:spChg>
        <pc:spChg chg="add del mod">
          <ac:chgData name="Hida Fathima P H" userId="e710a13aaa5890fd" providerId="LiveId" clId="{59A81BD8-8BCA-49BF-B801-4AB6E1801771}" dt="2026-03-23T10:09:46.167" v="370" actId="478"/>
          <ac:spMkLst>
            <pc:docMk/>
            <pc:sldMk cId="2202617493" sldId="277"/>
            <ac:spMk id="5" creationId="{2D3BB17B-61D6-EE5B-0ADB-59E3E32A0307}"/>
          </ac:spMkLst>
        </pc:spChg>
        <pc:picChg chg="add del mod">
          <ac:chgData name="Hida Fathima P H" userId="e710a13aaa5890fd" providerId="LiveId" clId="{59A81BD8-8BCA-49BF-B801-4AB6E1801771}" dt="2026-03-23T10:07:19.493" v="323" actId="478"/>
          <ac:picMkLst>
            <pc:docMk/>
            <pc:sldMk cId="2202617493" sldId="277"/>
            <ac:picMk id="6" creationId="{D85A2F05-C466-78DF-700E-6B005FE26ECC}"/>
          </ac:picMkLst>
        </pc:picChg>
        <pc:picChg chg="add mod">
          <ac:chgData name="Hida Fathima P H" userId="e710a13aaa5890fd" providerId="LiveId" clId="{59A81BD8-8BCA-49BF-B801-4AB6E1801771}" dt="2026-03-23T10:09:50.645" v="372" actId="1076"/>
          <ac:picMkLst>
            <pc:docMk/>
            <pc:sldMk cId="2202617493" sldId="277"/>
            <ac:picMk id="8" creationId="{D2BD355D-F44C-D09F-5F9C-DD6AC8479BC8}"/>
          </ac:picMkLst>
        </pc:picChg>
      </pc:sldChg>
      <pc:sldChg chg="addSp delSp modSp add del mod">
        <pc:chgData name="Hida Fathima P H" userId="e710a13aaa5890fd" providerId="LiveId" clId="{59A81BD8-8BCA-49BF-B801-4AB6E1801771}" dt="2026-03-23T10:09:01.180" v="366" actId="47"/>
        <pc:sldMkLst>
          <pc:docMk/>
          <pc:sldMk cId="3852523414" sldId="278"/>
        </pc:sldMkLst>
      </pc:sldChg>
      <pc:sldChg chg="modSp add mod">
        <pc:chgData name="Hida Fathima P H" userId="e710a13aaa5890fd" providerId="LiveId" clId="{59A81BD8-8BCA-49BF-B801-4AB6E1801771}" dt="2026-03-23T10:03:44.040" v="302" actId="27636"/>
        <pc:sldMkLst>
          <pc:docMk/>
          <pc:sldMk cId="772348200" sldId="279"/>
        </pc:sldMkLst>
        <pc:spChg chg="mod">
          <ac:chgData name="Hida Fathima P H" userId="e710a13aaa5890fd" providerId="LiveId" clId="{59A81BD8-8BCA-49BF-B801-4AB6E1801771}" dt="2026-03-23T10:03:44.040" v="302" actId="27636"/>
          <ac:spMkLst>
            <pc:docMk/>
            <pc:sldMk cId="772348200" sldId="279"/>
            <ac:spMk id="3" creationId="{00000000-0000-0000-0000-000000000000}"/>
          </ac:spMkLst>
        </pc:spChg>
      </pc:sldChg>
      <pc:sldChg chg="add del">
        <pc:chgData name="Hida Fathima P H" userId="e710a13aaa5890fd" providerId="LiveId" clId="{59A81BD8-8BCA-49BF-B801-4AB6E1801771}" dt="2026-03-23T10:03:47.559" v="303" actId="47"/>
        <pc:sldMkLst>
          <pc:docMk/>
          <pc:sldMk cId="2586976709" sldId="280"/>
        </pc:sldMkLst>
      </pc:sldChg>
      <pc:sldChg chg="modSp add mod">
        <pc:chgData name="Hida Fathima P H" userId="e710a13aaa5890fd" providerId="LiveId" clId="{59A81BD8-8BCA-49BF-B801-4AB6E1801771}" dt="2026-03-23T10:03:53.245" v="309" actId="6549"/>
        <pc:sldMkLst>
          <pc:docMk/>
          <pc:sldMk cId="1731529640" sldId="281"/>
        </pc:sldMkLst>
        <pc:spChg chg="mod">
          <ac:chgData name="Hida Fathima P H" userId="e710a13aaa5890fd" providerId="LiveId" clId="{59A81BD8-8BCA-49BF-B801-4AB6E1801771}" dt="2026-03-23T10:03:53.245" v="309" actId="6549"/>
          <ac:spMkLst>
            <pc:docMk/>
            <pc:sldMk cId="1731529640" sldId="281"/>
            <ac:spMk id="3" creationId="{00000000-0000-0000-0000-000000000000}"/>
          </ac:spMkLst>
        </pc:spChg>
      </pc:sldChg>
      <pc:sldChg chg="modSp add mod">
        <pc:chgData name="Hida Fathima P H" userId="e710a13aaa5890fd" providerId="LiveId" clId="{59A81BD8-8BCA-49BF-B801-4AB6E1801771}" dt="2026-03-23T10:03:59.594" v="313" actId="20577"/>
        <pc:sldMkLst>
          <pc:docMk/>
          <pc:sldMk cId="541639863" sldId="282"/>
        </pc:sldMkLst>
        <pc:spChg chg="mod">
          <ac:chgData name="Hida Fathima P H" userId="e710a13aaa5890fd" providerId="LiveId" clId="{59A81BD8-8BCA-49BF-B801-4AB6E1801771}" dt="2026-03-23T10:03:59.594" v="313" actId="20577"/>
          <ac:spMkLst>
            <pc:docMk/>
            <pc:sldMk cId="541639863" sldId="282"/>
            <ac:spMk id="3" creationId="{00000000-0000-0000-0000-000000000000}"/>
          </ac:spMkLst>
        </pc:spChg>
      </pc:sldChg>
      <pc:sldChg chg="modSp add mod">
        <pc:chgData name="Hida Fathima P H" userId="e710a13aaa5890fd" providerId="LiveId" clId="{59A81BD8-8BCA-49BF-B801-4AB6E1801771}" dt="2026-02-27T15:37:24.224" v="202" actId="5793"/>
        <pc:sldMkLst>
          <pc:docMk/>
          <pc:sldMk cId="1491325633" sldId="283"/>
        </pc:sldMkLst>
        <pc:spChg chg="mod">
          <ac:chgData name="Hida Fathima P H" userId="e710a13aaa5890fd" providerId="LiveId" clId="{59A81BD8-8BCA-49BF-B801-4AB6E1801771}" dt="2026-02-27T15:37:24.224" v="202" actId="5793"/>
          <ac:spMkLst>
            <pc:docMk/>
            <pc:sldMk cId="1491325633" sldId="283"/>
            <ac:spMk id="3" creationId="{00000000-0000-0000-0000-000000000000}"/>
          </ac:spMkLst>
        </pc:spChg>
      </pc:sldChg>
      <pc:sldChg chg="add">
        <pc:chgData name="Hida Fathima P H" userId="e710a13aaa5890fd" providerId="LiveId" clId="{59A81BD8-8BCA-49BF-B801-4AB6E1801771}" dt="2026-02-27T15:37:38.592" v="203"/>
        <pc:sldMkLst>
          <pc:docMk/>
          <pc:sldMk cId="2729061276" sldId="284"/>
        </pc:sldMkLst>
      </pc:sldChg>
      <pc:sldChg chg="addSp delSp modSp add mod">
        <pc:chgData name="Hida Fathima P H" userId="e710a13aaa5890fd" providerId="LiveId" clId="{59A81BD8-8BCA-49BF-B801-4AB6E1801771}" dt="2026-03-23T10:04:22.209" v="317" actId="478"/>
        <pc:sldMkLst>
          <pc:docMk/>
          <pc:sldMk cId="2253250057" sldId="285"/>
        </pc:sldMkLst>
        <pc:spChg chg="add del mod">
          <ac:chgData name="Hida Fathima P H" userId="e710a13aaa5890fd" providerId="LiveId" clId="{59A81BD8-8BCA-49BF-B801-4AB6E1801771}" dt="2026-03-23T10:04:22.209" v="317" actId="478"/>
          <ac:spMkLst>
            <pc:docMk/>
            <pc:sldMk cId="2253250057" sldId="285"/>
            <ac:spMk id="7" creationId="{33950697-EB66-BA77-B288-575D7F823293}"/>
          </ac:spMkLst>
        </pc:spChg>
        <pc:picChg chg="add mod">
          <ac:chgData name="Hida Fathima P H" userId="e710a13aaa5890fd" providerId="LiveId" clId="{59A81BD8-8BCA-49BF-B801-4AB6E1801771}" dt="2026-03-23T10:04:18.093" v="315"/>
          <ac:picMkLst>
            <pc:docMk/>
            <pc:sldMk cId="2253250057" sldId="285"/>
            <ac:picMk id="3" creationId="{BA68CC79-ED46-987C-0195-CDD4C3EC06D9}"/>
          </ac:picMkLst>
        </pc:picChg>
        <pc:picChg chg="del">
          <ac:chgData name="Hida Fathima P H" userId="e710a13aaa5890fd" providerId="LiveId" clId="{59A81BD8-8BCA-49BF-B801-4AB6E1801771}" dt="2026-03-23T10:04:19.301" v="316" actId="478"/>
          <ac:picMkLst>
            <pc:docMk/>
            <pc:sldMk cId="2253250057" sldId="285"/>
            <ac:picMk id="6" creationId="{9F3E65FA-08B2-DF7D-9C33-81D198BAD5DD}"/>
          </ac:picMkLst>
        </pc:picChg>
        <pc:picChg chg="del">
          <ac:chgData name="Hida Fathima P H" userId="e710a13aaa5890fd" providerId="LiveId" clId="{59A81BD8-8BCA-49BF-B801-4AB6E1801771}" dt="2026-03-23T10:04:17.505" v="314" actId="478"/>
          <ac:picMkLst>
            <pc:docMk/>
            <pc:sldMk cId="2253250057" sldId="285"/>
            <ac:picMk id="11" creationId="{2CF8EF43-B0D3-ACA6-C2FA-B4AABEC38F26}"/>
          </ac:picMkLst>
        </pc:picChg>
      </pc:sldChg>
      <pc:sldChg chg="addSp delSp modSp add mod">
        <pc:chgData name="Hida Fathima P H" userId="e710a13aaa5890fd" providerId="LiveId" clId="{59A81BD8-8BCA-49BF-B801-4AB6E1801771}" dt="2026-03-23T10:06:52.988" v="320" actId="478"/>
        <pc:sldMkLst>
          <pc:docMk/>
          <pc:sldMk cId="4154056919" sldId="286"/>
        </pc:sldMkLst>
        <pc:spChg chg="add del mod">
          <ac:chgData name="Hida Fathima P H" userId="e710a13aaa5890fd" providerId="LiveId" clId="{59A81BD8-8BCA-49BF-B801-4AB6E1801771}" dt="2026-03-23T10:06:52.988" v="320" actId="478"/>
          <ac:spMkLst>
            <pc:docMk/>
            <pc:sldMk cId="4154056919" sldId="286"/>
            <ac:spMk id="3" creationId="{370E17DA-B3F7-9F3D-7359-47C605D12073}"/>
          </ac:spMkLst>
        </pc:spChg>
        <pc:spChg chg="del">
          <ac:chgData name="Hida Fathima P H" userId="e710a13aaa5890fd" providerId="LiveId" clId="{59A81BD8-8BCA-49BF-B801-4AB6E1801771}" dt="2026-03-23T10:06:49.572" v="318" actId="478"/>
          <ac:spMkLst>
            <pc:docMk/>
            <pc:sldMk cId="4154056919" sldId="286"/>
            <ac:spMk id="5" creationId="{4CDADD82-E5F8-376E-BF42-B8EE442C9EDF}"/>
          </ac:spMkLst>
        </pc:spChg>
        <pc:spChg chg="add mod">
          <ac:chgData name="Hida Fathima P H" userId="e710a13aaa5890fd" providerId="LiveId" clId="{59A81BD8-8BCA-49BF-B801-4AB6E1801771}" dt="2026-03-23T10:06:49.955" v="319"/>
          <ac:spMkLst>
            <pc:docMk/>
            <pc:sldMk cId="4154056919" sldId="286"/>
            <ac:spMk id="6" creationId="{668D7C55-7F65-28DF-343D-0E724655360B}"/>
          </ac:spMkLst>
        </pc:spChg>
      </pc:sldChg>
      <pc:sldChg chg="add del">
        <pc:chgData name="Hida Fathima P H" userId="e710a13aaa5890fd" providerId="LiveId" clId="{59A81BD8-8BCA-49BF-B801-4AB6E1801771}" dt="2026-03-23T10:07:01.344" v="321" actId="47"/>
        <pc:sldMkLst>
          <pc:docMk/>
          <pc:sldMk cId="1376484633" sldId="287"/>
        </pc:sldMkLst>
      </pc:sldChg>
      <pc:sldChg chg="add">
        <pc:chgData name="Hida Fathima P H" userId="e710a13aaa5890fd" providerId="LiveId" clId="{59A81BD8-8BCA-49BF-B801-4AB6E1801771}" dt="2026-02-27T15:39:35.712" v="224"/>
        <pc:sldMkLst>
          <pc:docMk/>
          <pc:sldMk cId="3985529978" sldId="288"/>
        </pc:sldMkLst>
      </pc:sldChg>
      <pc:sldChg chg="add">
        <pc:chgData name="Hida Fathima P H" userId="e710a13aaa5890fd" providerId="LiveId" clId="{59A81BD8-8BCA-49BF-B801-4AB6E1801771}" dt="2026-02-27T15:39:51.660" v="226"/>
        <pc:sldMkLst>
          <pc:docMk/>
          <pc:sldMk cId="2627437058" sldId="289"/>
        </pc:sldMkLst>
      </pc:sldChg>
      <pc:sldChg chg="addSp delSp modSp add del mod">
        <pc:chgData name="Hida Fathima P H" userId="e710a13aaa5890fd" providerId="LiveId" clId="{59A81BD8-8BCA-49BF-B801-4AB6E1801771}" dt="2026-03-23T10:07:14.690" v="322" actId="47"/>
        <pc:sldMkLst>
          <pc:docMk/>
          <pc:sldMk cId="2792681302" sldId="290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1524B-FB67-4894-A0C5-35151E149D68}" type="doc">
      <dgm:prSet loTypeId="urn:microsoft.com/office/officeart/2011/layout/InterconnectedBlockProcess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88D96B0-D16E-4763-B393-84178CF4FF50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</a:p>
      </dgm:t>
    </dgm:pt>
    <dgm:pt modelId="{080A6B9D-C27D-4227-AC65-3C97878D78C4}" type="parTrans" cxnId="{8CB593F6-6C5D-4606-B959-3E27F9872EC1}">
      <dgm:prSet/>
      <dgm:spPr/>
      <dgm:t>
        <a:bodyPr/>
        <a:lstStyle/>
        <a:p>
          <a:endParaRPr lang="en-US"/>
        </a:p>
      </dgm:t>
    </dgm:pt>
    <dgm:pt modelId="{19B27CEC-4BAD-44A7-A9A7-B7A8B23ADCFD}" type="sibTrans" cxnId="{8CB593F6-6C5D-4606-B959-3E27F9872EC1}">
      <dgm:prSet/>
      <dgm:spPr/>
      <dgm:t>
        <a:bodyPr/>
        <a:lstStyle/>
        <a:p>
          <a:endParaRPr lang="en-US"/>
        </a:p>
      </dgm:t>
    </dgm:pt>
    <dgm:pt modelId="{D471E45F-B026-44AA-9616-57E786AE80AF}">
      <dgm:prSet phldrT="[Text]"/>
      <dgm:spPr/>
      <dgm:t>
        <a:bodyPr/>
        <a:lstStyle/>
        <a:p>
          <a:pPr>
            <a:buNone/>
          </a:pPr>
          <a:r>
            <a:rPr lang="en-IN" b="1" dirty="0"/>
            <a:t>Current Status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26A986D-69A4-4AC0-AD9B-462FFC9C3F18}" type="parTrans" cxnId="{AEE28BEF-3F73-41A5-9307-D42A450FCA17}">
      <dgm:prSet/>
      <dgm:spPr/>
      <dgm:t>
        <a:bodyPr/>
        <a:lstStyle/>
        <a:p>
          <a:endParaRPr lang="en-US"/>
        </a:p>
      </dgm:t>
    </dgm:pt>
    <dgm:pt modelId="{304E70AD-39C7-4C28-BF7B-6EE91BAE97B7}" type="sibTrans" cxnId="{AEE28BEF-3F73-41A5-9307-D42A450FCA17}">
      <dgm:prSet/>
      <dgm:spPr/>
      <dgm:t>
        <a:bodyPr/>
        <a:lstStyle/>
        <a:p>
          <a:endParaRPr lang="en-US"/>
        </a:p>
      </dgm:t>
    </dgm:pt>
    <dgm:pt modelId="{7B3055AA-BF7C-46D0-9A9E-60087B9F57B4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</a:p>
      </dgm:t>
    </dgm:pt>
    <dgm:pt modelId="{F772EF41-D2BB-4368-8327-B4E332165F48}" type="parTrans" cxnId="{6C7D4BBB-EED6-4011-9FBC-87F683D5B245}">
      <dgm:prSet/>
      <dgm:spPr/>
      <dgm:t>
        <a:bodyPr/>
        <a:lstStyle/>
        <a:p>
          <a:endParaRPr lang="en-US"/>
        </a:p>
      </dgm:t>
    </dgm:pt>
    <dgm:pt modelId="{B81593E2-4CAC-4783-8D2D-E9DDD236A942}" type="sibTrans" cxnId="{6C7D4BBB-EED6-4011-9FBC-87F683D5B245}">
      <dgm:prSet/>
      <dgm:spPr/>
      <dgm:t>
        <a:bodyPr/>
        <a:lstStyle/>
        <a:p>
          <a:endParaRPr lang="en-US"/>
        </a:p>
      </dgm:t>
    </dgm:pt>
    <dgm:pt modelId="{9FED87C4-3F3B-4A18-9185-9F80CFEDEA2E}">
      <dgm:prSet phldrT="[Text]"/>
      <dgm:spPr/>
      <dgm:t>
        <a:bodyPr/>
        <a:lstStyle/>
        <a:p>
          <a:pPr>
            <a:buNone/>
          </a:pPr>
          <a:r>
            <a:rPr lang="en-IN" b="1" dirty="0"/>
            <a:t>Training Under Team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69F5586-1E47-4A85-AA72-0E435BABD665}" type="parTrans" cxnId="{27611794-B6EF-4593-A560-02BF7692DC5A}">
      <dgm:prSet/>
      <dgm:spPr/>
      <dgm:t>
        <a:bodyPr/>
        <a:lstStyle/>
        <a:p>
          <a:endParaRPr lang="en-US"/>
        </a:p>
      </dgm:t>
    </dgm:pt>
    <dgm:pt modelId="{AD0D1882-5210-4A49-9875-4AAC43595580}" type="sibTrans" cxnId="{27611794-B6EF-4593-A560-02BF7692DC5A}">
      <dgm:prSet/>
      <dgm:spPr/>
      <dgm:t>
        <a:bodyPr/>
        <a:lstStyle/>
        <a:p>
          <a:endParaRPr lang="en-US"/>
        </a:p>
      </dgm:t>
    </dgm:pt>
    <dgm:pt modelId="{A59EC69B-8F3F-425B-819F-E8C557946AEE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</a:p>
      </dgm:t>
    </dgm:pt>
    <dgm:pt modelId="{0095C3CB-916F-4060-A8DA-DD282FB51587}" type="parTrans" cxnId="{D1BA1DD0-A52A-47BF-962D-9810C87E1576}">
      <dgm:prSet/>
      <dgm:spPr/>
      <dgm:t>
        <a:bodyPr/>
        <a:lstStyle/>
        <a:p>
          <a:endParaRPr lang="en-US"/>
        </a:p>
      </dgm:t>
    </dgm:pt>
    <dgm:pt modelId="{2868AD8D-4E38-46CE-A972-709857BF40AC}" type="sibTrans" cxnId="{D1BA1DD0-A52A-47BF-962D-9810C87E1576}">
      <dgm:prSet/>
      <dgm:spPr/>
      <dgm:t>
        <a:bodyPr/>
        <a:lstStyle/>
        <a:p>
          <a:endParaRPr lang="en-US"/>
        </a:p>
      </dgm:t>
    </dgm:pt>
    <dgm:pt modelId="{73DB572E-062D-41AD-8033-D361B8E583DB}">
      <dgm:prSet phldrT="[Text]"/>
      <dgm:spPr/>
      <dgm:t>
        <a:bodyPr/>
        <a:lstStyle/>
        <a:p>
          <a:pPr>
            <a:buNone/>
          </a:pPr>
          <a:r>
            <a:rPr lang="en-IN" b="1" dirty="0"/>
            <a:t>Learning &amp; Initial Implementation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5D01B62-D132-48B8-9D06-D0A551A21107}" type="parTrans" cxnId="{AA17007A-110D-43AE-B6F2-DF2DF885F2E2}">
      <dgm:prSet/>
      <dgm:spPr/>
      <dgm:t>
        <a:bodyPr/>
        <a:lstStyle/>
        <a:p>
          <a:endParaRPr lang="en-US"/>
        </a:p>
      </dgm:t>
    </dgm:pt>
    <dgm:pt modelId="{98BDB650-3386-4D3D-8E80-609010499291}" type="sibTrans" cxnId="{AA17007A-110D-43AE-B6F2-DF2DF885F2E2}">
      <dgm:prSet/>
      <dgm:spPr/>
      <dgm:t>
        <a:bodyPr/>
        <a:lstStyle/>
        <a:p>
          <a:endParaRPr lang="en-US"/>
        </a:p>
      </dgm:t>
    </dgm:pt>
    <dgm:pt modelId="{5E92505A-51E0-4F78-B3C5-704ACF8710DE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</a:p>
      </dgm:t>
    </dgm:pt>
    <dgm:pt modelId="{765B1266-7CE2-4F9C-AE38-D97DFBC1B151}" type="parTrans" cxnId="{DA8CD5E8-B2EE-41E4-8EC6-CFB41D688F68}">
      <dgm:prSet/>
      <dgm:spPr/>
      <dgm:t>
        <a:bodyPr/>
        <a:lstStyle/>
        <a:p>
          <a:endParaRPr lang="en-US"/>
        </a:p>
      </dgm:t>
    </dgm:pt>
    <dgm:pt modelId="{5E9E6A6F-635A-4791-A107-01E95B62EA08}" type="sibTrans" cxnId="{DA8CD5E8-B2EE-41E4-8EC6-CFB41D688F68}">
      <dgm:prSet/>
      <dgm:spPr/>
      <dgm:t>
        <a:bodyPr/>
        <a:lstStyle/>
        <a:p>
          <a:endParaRPr lang="en-US"/>
        </a:p>
      </dgm:t>
    </dgm:pt>
    <dgm:pt modelId="{65C051F6-A849-4495-A964-CD4C650B9C06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</a:p>
      </dgm:t>
    </dgm:pt>
    <dgm:pt modelId="{C24738E5-1547-4D8D-A2CE-64D703ECDF78}" type="parTrans" cxnId="{521FD508-C5FD-4804-AFDC-D1FF9945B211}">
      <dgm:prSet/>
      <dgm:spPr/>
      <dgm:t>
        <a:bodyPr/>
        <a:lstStyle/>
        <a:p>
          <a:endParaRPr lang="en-US"/>
        </a:p>
      </dgm:t>
    </dgm:pt>
    <dgm:pt modelId="{196A2EB9-DD96-4630-B699-7AF000340374}" type="sibTrans" cxnId="{521FD508-C5FD-4804-AFDC-D1FF9945B211}">
      <dgm:prSet/>
      <dgm:spPr/>
      <dgm:t>
        <a:bodyPr/>
        <a:lstStyle/>
        <a:p>
          <a:endParaRPr lang="en-US"/>
        </a:p>
      </dgm:t>
    </dgm:pt>
    <dgm:pt modelId="{81C51F1F-B8CB-4176-9FE4-FABBD8AB49F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Onboarding and orientation at Tecplix</a:t>
          </a:r>
        </a:p>
      </dgm:t>
    </dgm:pt>
    <dgm:pt modelId="{C197A262-41AA-49F9-8503-1CFC076EF997}" type="parTrans" cxnId="{D7F482E3-1DD8-46E6-8017-693BF0896035}">
      <dgm:prSet/>
      <dgm:spPr/>
      <dgm:t>
        <a:bodyPr/>
        <a:lstStyle/>
        <a:p>
          <a:endParaRPr lang="en-IN"/>
        </a:p>
      </dgm:t>
    </dgm:pt>
    <dgm:pt modelId="{D8F23727-F0CA-40F5-A8E8-C685AEDFA00C}" type="sibTrans" cxnId="{D7F482E3-1DD8-46E6-8017-693BF0896035}">
      <dgm:prSet/>
      <dgm:spPr/>
      <dgm:t>
        <a:bodyPr/>
        <a:lstStyle/>
        <a:p>
          <a:endParaRPr lang="en-IN"/>
        </a:p>
      </dgm:t>
    </dgm:pt>
    <dgm:pt modelId="{9DDBD6DB-DD37-434F-A80B-10B3CBAE0BA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Undergoing </a:t>
          </a:r>
          <a:r>
            <a:rPr lang="en-US" b="1" dirty="0"/>
            <a:t>basic training in AI and Cybersecurity fundamentals</a:t>
          </a:r>
          <a:endParaRPr lang="en-US" dirty="0"/>
        </a:p>
      </dgm:t>
    </dgm:pt>
    <dgm:pt modelId="{730CE1A9-A774-45FF-B922-B24EF4216C48}" type="parTrans" cxnId="{E2F04EC0-11E6-4BD8-89A8-EC7DBA144F62}">
      <dgm:prSet/>
      <dgm:spPr/>
      <dgm:t>
        <a:bodyPr/>
        <a:lstStyle/>
        <a:p>
          <a:endParaRPr lang="en-IN"/>
        </a:p>
      </dgm:t>
    </dgm:pt>
    <dgm:pt modelId="{3291F7A0-D882-4D7B-B2DB-3B1F81038315}" type="sibTrans" cxnId="{E2F04EC0-11E6-4BD8-89A8-EC7DBA144F62}">
      <dgm:prSet/>
      <dgm:spPr/>
      <dgm:t>
        <a:bodyPr/>
        <a:lstStyle/>
        <a:p>
          <a:endParaRPr lang="en-IN"/>
        </a:p>
      </dgm:t>
    </dgm:pt>
    <dgm:pt modelId="{1039EF3C-5CD4-4C56-A279-B125777399E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Learning core concepts, terminology, tools overview, and company processes.</a:t>
          </a:r>
        </a:p>
      </dgm:t>
    </dgm:pt>
    <dgm:pt modelId="{9ED36016-264D-46B2-8DCF-421E3A74123B}" type="parTrans" cxnId="{9404998C-1758-482D-A83D-CB42CFA3943E}">
      <dgm:prSet/>
      <dgm:spPr/>
      <dgm:t>
        <a:bodyPr/>
        <a:lstStyle/>
        <a:p>
          <a:endParaRPr lang="en-IN"/>
        </a:p>
      </dgm:t>
    </dgm:pt>
    <dgm:pt modelId="{B8D147F7-9E35-49C3-8CAB-294779AA95A8}" type="sibTrans" cxnId="{9404998C-1758-482D-A83D-CB42CFA3943E}">
      <dgm:prSet/>
      <dgm:spPr/>
      <dgm:t>
        <a:bodyPr/>
        <a:lstStyle/>
        <a:p>
          <a:endParaRPr lang="en-IN"/>
        </a:p>
      </dgm:t>
    </dgm:pt>
    <dgm:pt modelId="{862573D9-6E1B-4F6D-9B80-1BE4BA1E108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Assigned to a </a:t>
          </a:r>
          <a:r>
            <a:rPr lang="en-US" b="1"/>
            <a:t>team for guided technical training</a:t>
          </a:r>
          <a:endParaRPr lang="en-US"/>
        </a:p>
      </dgm:t>
    </dgm:pt>
    <dgm:pt modelId="{90166AD4-EF64-4F26-BED9-27C252E3AF7B}" type="parTrans" cxnId="{9FFC2CBC-9591-4CF2-BF81-771E1C603503}">
      <dgm:prSet/>
      <dgm:spPr/>
      <dgm:t>
        <a:bodyPr/>
        <a:lstStyle/>
        <a:p>
          <a:endParaRPr lang="en-IN"/>
        </a:p>
      </dgm:t>
    </dgm:pt>
    <dgm:pt modelId="{2D3F3E5B-9E9A-4950-80A4-9FA811C3CB9D}" type="sibTrans" cxnId="{9FFC2CBC-9591-4CF2-BF81-771E1C603503}">
      <dgm:prSet/>
      <dgm:spPr/>
      <dgm:t>
        <a:bodyPr/>
        <a:lstStyle/>
        <a:p>
          <a:endParaRPr lang="en-IN"/>
        </a:p>
      </dgm:t>
    </dgm:pt>
    <dgm:pt modelId="{0ACBA6DA-7437-438C-B860-2AE759E67A3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Learning </a:t>
          </a:r>
          <a:r>
            <a:rPr lang="en-US" b="1" dirty="0"/>
            <a:t>AI tools applied to cybersecurity use cases</a:t>
          </a:r>
          <a:endParaRPr lang="en-US" dirty="0"/>
        </a:p>
      </dgm:t>
    </dgm:pt>
    <dgm:pt modelId="{F71E9CA2-04B7-4BBE-B3D5-1F98BBCFBDA1}" type="parTrans" cxnId="{6A3D5A91-CC4C-4FC3-8978-C2BD5950B7FC}">
      <dgm:prSet/>
      <dgm:spPr/>
      <dgm:t>
        <a:bodyPr/>
        <a:lstStyle/>
        <a:p>
          <a:endParaRPr lang="en-IN"/>
        </a:p>
      </dgm:t>
    </dgm:pt>
    <dgm:pt modelId="{DEDB0430-9ECC-40B7-B12E-C59B8A2EBA9A}" type="sibTrans" cxnId="{6A3D5A91-CC4C-4FC3-8978-C2BD5950B7FC}">
      <dgm:prSet/>
      <dgm:spPr/>
      <dgm:t>
        <a:bodyPr/>
        <a:lstStyle/>
        <a:p>
          <a:endParaRPr lang="en-IN"/>
        </a:p>
      </dgm:t>
    </dgm:pt>
    <dgm:pt modelId="{A4CEB015-1F55-4E86-B072-356BEBB22F4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Hands-on practice with basic tools, datasets, and security scenarios under mentorship</a:t>
          </a:r>
        </a:p>
      </dgm:t>
    </dgm:pt>
    <dgm:pt modelId="{11D82157-DAAE-480B-96BD-DAEFD1BA93EC}" type="parTrans" cxnId="{219A7EA6-2BAB-43A5-9D6F-E2D19F347F58}">
      <dgm:prSet/>
      <dgm:spPr/>
      <dgm:t>
        <a:bodyPr/>
        <a:lstStyle/>
        <a:p>
          <a:endParaRPr lang="en-IN"/>
        </a:p>
      </dgm:t>
    </dgm:pt>
    <dgm:pt modelId="{29B4C28C-3CEB-412A-BE88-0038A6043D32}" type="sibTrans" cxnId="{219A7EA6-2BAB-43A5-9D6F-E2D19F347F58}">
      <dgm:prSet/>
      <dgm:spPr/>
      <dgm:t>
        <a:bodyPr/>
        <a:lstStyle/>
        <a:p>
          <a:endParaRPr lang="en-IN"/>
        </a:p>
      </dgm:t>
    </dgm:pt>
    <dgm:pt modelId="{B4CB8957-A26F-4B44-8823-09274A296B7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Applying learned concepts to </a:t>
          </a:r>
          <a:r>
            <a:rPr lang="en-US" b="1" dirty="0"/>
            <a:t>small tasks or modules</a:t>
          </a:r>
          <a:r>
            <a:rPr lang="en-US" dirty="0"/>
            <a:t> related to AI &amp; Cybersecurity</a:t>
          </a:r>
        </a:p>
      </dgm:t>
    </dgm:pt>
    <dgm:pt modelId="{767E7B95-4834-4F07-AC95-C1D6ABFE6726}" type="parTrans" cxnId="{4CADDA89-0CF9-4365-86B8-F6CA27E49C54}">
      <dgm:prSet/>
      <dgm:spPr/>
      <dgm:t>
        <a:bodyPr/>
        <a:lstStyle/>
        <a:p>
          <a:endParaRPr lang="en-IN"/>
        </a:p>
      </dgm:t>
    </dgm:pt>
    <dgm:pt modelId="{9F90E46D-6726-4D5A-98A7-FCAD207E7536}" type="sibTrans" cxnId="{4CADDA89-0CF9-4365-86B8-F6CA27E49C54}">
      <dgm:prSet/>
      <dgm:spPr/>
      <dgm:t>
        <a:bodyPr/>
        <a:lstStyle/>
        <a:p>
          <a:endParaRPr lang="en-IN"/>
        </a:p>
      </dgm:t>
    </dgm:pt>
    <dgm:pt modelId="{435B1A7C-A547-48A9-8AF2-1989D7E7117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Understanding </a:t>
          </a:r>
          <a:r>
            <a:rPr lang="en-US" b="1" dirty="0"/>
            <a:t>real-world threat scenarios and AI-based detection approaches</a:t>
          </a:r>
          <a:endParaRPr lang="en-US" dirty="0"/>
        </a:p>
      </dgm:t>
    </dgm:pt>
    <dgm:pt modelId="{1D80D164-BBB4-4A0B-B2CD-A91AE56789D5}" type="parTrans" cxnId="{149DAA1C-D8EC-48C3-8DB3-78FF1D152DA4}">
      <dgm:prSet/>
      <dgm:spPr/>
      <dgm:t>
        <a:bodyPr/>
        <a:lstStyle/>
        <a:p>
          <a:endParaRPr lang="en-IN"/>
        </a:p>
      </dgm:t>
    </dgm:pt>
    <dgm:pt modelId="{5F4FE167-68A0-4F22-B15D-0776D35DF87D}" type="sibTrans" cxnId="{149DAA1C-D8EC-48C3-8DB3-78FF1D152DA4}">
      <dgm:prSet/>
      <dgm:spPr/>
      <dgm:t>
        <a:bodyPr/>
        <a:lstStyle/>
        <a:p>
          <a:endParaRPr lang="en-IN"/>
        </a:p>
      </dgm:t>
    </dgm:pt>
    <dgm:pt modelId="{379A57D1-93D6-437C-BDF4-3323357736A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Improving technical skills through continuous practice and team collaboration</a:t>
          </a:r>
        </a:p>
      </dgm:t>
    </dgm:pt>
    <dgm:pt modelId="{02DE890B-7F36-4869-8A8A-3ACFEA4A9273}" type="parTrans" cxnId="{9B1D93C2-4DB2-45A3-9AE2-18833C46952D}">
      <dgm:prSet/>
      <dgm:spPr/>
      <dgm:t>
        <a:bodyPr/>
        <a:lstStyle/>
        <a:p>
          <a:endParaRPr lang="en-IN"/>
        </a:p>
      </dgm:t>
    </dgm:pt>
    <dgm:pt modelId="{18FEF118-71FC-4838-AC49-37EDC8869AB3}" type="sibTrans" cxnId="{9B1D93C2-4DB2-45A3-9AE2-18833C46952D}">
      <dgm:prSet/>
      <dgm:spPr/>
      <dgm:t>
        <a:bodyPr/>
        <a:lstStyle/>
        <a:p>
          <a:endParaRPr lang="en-IN"/>
        </a:p>
      </dgm:t>
    </dgm:pt>
    <dgm:pt modelId="{A6BCDA7B-D633-438F-B44D-CB4D60E5C492}" type="pres">
      <dgm:prSet presAssocID="{5751524B-FB67-4894-A0C5-35151E149D68}" presName="Name0" presStyleCnt="0">
        <dgm:presLayoutVars>
          <dgm:chMax val="7"/>
          <dgm:chPref val="5"/>
          <dgm:dir/>
          <dgm:animOne val="branch"/>
          <dgm:animLvl val="lvl"/>
        </dgm:presLayoutVars>
      </dgm:prSet>
      <dgm:spPr/>
    </dgm:pt>
    <dgm:pt modelId="{0EA92EC0-9C6F-4663-B822-B1E8E3DCB13B}" type="pres">
      <dgm:prSet presAssocID="{65C051F6-A849-4495-A964-CD4C650B9C06}" presName="ChildAccent5" presStyleCnt="0"/>
      <dgm:spPr/>
    </dgm:pt>
    <dgm:pt modelId="{8CAE5A4D-0C7B-48A6-917B-0B8433D0574B}" type="pres">
      <dgm:prSet presAssocID="{65C051F6-A849-4495-A964-CD4C650B9C06}" presName="ChildAccent" presStyleLbl="alignImgPlace1" presStyleIdx="0" presStyleCnt="5"/>
      <dgm:spPr/>
    </dgm:pt>
    <dgm:pt modelId="{928B615F-0F8D-4140-A638-0FBB8F5BF1E9}" type="pres">
      <dgm:prSet presAssocID="{65C051F6-A849-4495-A964-CD4C650B9C06}" presName="Child5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C73DE52A-2F45-45E6-AD0E-D5BEAF609F8E}" type="pres">
      <dgm:prSet presAssocID="{65C051F6-A849-4495-A964-CD4C650B9C06}" presName="Parent5" presStyleLbl="node1" presStyleIdx="0" presStyleCnt="5">
        <dgm:presLayoutVars>
          <dgm:chMax val="2"/>
          <dgm:chPref val="1"/>
          <dgm:bulletEnabled val="1"/>
        </dgm:presLayoutVars>
      </dgm:prSet>
      <dgm:spPr/>
    </dgm:pt>
    <dgm:pt modelId="{EA3B7F60-AEEC-41A8-8A2C-D3679EFCD073}" type="pres">
      <dgm:prSet presAssocID="{5E92505A-51E0-4F78-B3C5-704ACF8710DE}" presName="ChildAccent4" presStyleCnt="0"/>
      <dgm:spPr/>
    </dgm:pt>
    <dgm:pt modelId="{FC0F1314-3294-4A8C-8DCE-EB53E236164C}" type="pres">
      <dgm:prSet presAssocID="{5E92505A-51E0-4F78-B3C5-704ACF8710DE}" presName="ChildAccent" presStyleLbl="alignImgPlace1" presStyleIdx="1" presStyleCnt="5"/>
      <dgm:spPr/>
    </dgm:pt>
    <dgm:pt modelId="{98225A61-A0EC-450A-BED8-EF2E47E8FD18}" type="pres">
      <dgm:prSet presAssocID="{5E92505A-51E0-4F78-B3C5-704ACF8710DE}" presName="Child4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AAD338D-3122-4454-9A67-16BE024D44E3}" type="pres">
      <dgm:prSet presAssocID="{5E92505A-51E0-4F78-B3C5-704ACF8710DE}" presName="Parent4" presStyleLbl="node1" presStyleIdx="1" presStyleCnt="5">
        <dgm:presLayoutVars>
          <dgm:chMax val="2"/>
          <dgm:chPref val="1"/>
          <dgm:bulletEnabled val="1"/>
        </dgm:presLayoutVars>
      </dgm:prSet>
      <dgm:spPr/>
    </dgm:pt>
    <dgm:pt modelId="{96AFCF47-32CA-4C44-9E3C-782007B7112E}" type="pres">
      <dgm:prSet presAssocID="{A59EC69B-8F3F-425B-819F-E8C557946AEE}" presName="ChildAccent3" presStyleCnt="0"/>
      <dgm:spPr/>
    </dgm:pt>
    <dgm:pt modelId="{2532504F-5FE1-4C97-B485-F05E8885EACC}" type="pres">
      <dgm:prSet presAssocID="{A59EC69B-8F3F-425B-819F-E8C557946AEE}" presName="ChildAccent" presStyleLbl="alignImgPlace1" presStyleIdx="2" presStyleCnt="5"/>
      <dgm:spPr/>
    </dgm:pt>
    <dgm:pt modelId="{0D08ED52-6744-4369-B780-916B09984775}" type="pres">
      <dgm:prSet presAssocID="{A59EC69B-8F3F-425B-819F-E8C557946AEE}" presName="Child3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C66D42D-7E6D-4563-AFDC-369C30B73F70}" type="pres">
      <dgm:prSet presAssocID="{A59EC69B-8F3F-425B-819F-E8C557946AEE}" presName="Parent3" presStyleLbl="node1" presStyleIdx="2" presStyleCnt="5">
        <dgm:presLayoutVars>
          <dgm:chMax val="2"/>
          <dgm:chPref val="1"/>
          <dgm:bulletEnabled val="1"/>
        </dgm:presLayoutVars>
      </dgm:prSet>
      <dgm:spPr/>
    </dgm:pt>
    <dgm:pt modelId="{C1269CE6-C767-48CC-AAFD-A238D1FFDABA}" type="pres">
      <dgm:prSet presAssocID="{7B3055AA-BF7C-46D0-9A9E-60087B9F57B4}" presName="ChildAccent2" presStyleCnt="0"/>
      <dgm:spPr/>
    </dgm:pt>
    <dgm:pt modelId="{06F8D57B-EDF4-4CF4-8700-DC2CA3E3028E}" type="pres">
      <dgm:prSet presAssocID="{7B3055AA-BF7C-46D0-9A9E-60087B9F57B4}" presName="ChildAccent" presStyleLbl="alignImgPlace1" presStyleIdx="3" presStyleCnt="5"/>
      <dgm:spPr/>
    </dgm:pt>
    <dgm:pt modelId="{6BCCFBA6-7A43-4631-AD7F-AFB10E1E6CD7}" type="pres">
      <dgm:prSet presAssocID="{7B3055AA-BF7C-46D0-9A9E-60087B9F57B4}" presName="Child2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00BB3360-A9BB-4051-A4B1-1216F82F642C}" type="pres">
      <dgm:prSet presAssocID="{7B3055AA-BF7C-46D0-9A9E-60087B9F57B4}" presName="Parent2" presStyleLbl="node1" presStyleIdx="3" presStyleCnt="5">
        <dgm:presLayoutVars>
          <dgm:chMax val="2"/>
          <dgm:chPref val="1"/>
          <dgm:bulletEnabled val="1"/>
        </dgm:presLayoutVars>
      </dgm:prSet>
      <dgm:spPr/>
    </dgm:pt>
    <dgm:pt modelId="{7305DF14-0FF5-45E4-8B19-015814092DBD}" type="pres">
      <dgm:prSet presAssocID="{988D96B0-D16E-4763-B393-84178CF4FF50}" presName="ChildAccent1" presStyleCnt="0"/>
      <dgm:spPr/>
    </dgm:pt>
    <dgm:pt modelId="{A134CDD1-D85F-44EF-8BEE-9F99A855C1E6}" type="pres">
      <dgm:prSet presAssocID="{988D96B0-D16E-4763-B393-84178CF4FF50}" presName="ChildAccent" presStyleLbl="alignImgPlace1" presStyleIdx="4" presStyleCnt="5"/>
      <dgm:spPr/>
    </dgm:pt>
    <dgm:pt modelId="{1C91D7E3-8940-4A33-9182-677DD5415901}" type="pres">
      <dgm:prSet presAssocID="{988D96B0-D16E-4763-B393-84178CF4FF50}" presName="Child1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65257024-FAC0-4522-B139-1CC85B547BE8}" type="pres">
      <dgm:prSet presAssocID="{988D96B0-D16E-4763-B393-84178CF4FF50}" presName="Parent1" presStyleLbl="node1" presStyleIdx="4" presStyleCnt="5">
        <dgm:presLayoutVars>
          <dgm:chMax val="2"/>
          <dgm:chPref val="1"/>
          <dgm:bulletEnabled val="1"/>
        </dgm:presLayoutVars>
      </dgm:prSet>
      <dgm:spPr/>
    </dgm:pt>
  </dgm:ptLst>
  <dgm:cxnLst>
    <dgm:cxn modelId="{E6B70501-CFCB-4D4A-94BE-F63036069196}" type="presOf" srcId="{5751524B-FB67-4894-A0C5-35151E149D68}" destId="{A6BCDA7B-D633-438F-B44D-CB4D60E5C492}" srcOrd="0" destOrd="0" presId="urn:microsoft.com/office/officeart/2011/layout/InterconnectedBlockProcess"/>
    <dgm:cxn modelId="{EE13E202-47CF-4E94-A885-52914C8E8A56}" type="presOf" srcId="{0ACBA6DA-7437-438C-B860-2AE759E67A38}" destId="{06F8D57B-EDF4-4CF4-8700-DC2CA3E3028E}" srcOrd="0" destOrd="2" presId="urn:microsoft.com/office/officeart/2011/layout/InterconnectedBlockProcess"/>
    <dgm:cxn modelId="{F3C72603-2341-487B-B15E-FE6BA16C5D0E}" type="presOf" srcId="{A4CEB015-1F55-4E86-B072-356BEBB22F40}" destId="{6BCCFBA6-7A43-4631-AD7F-AFB10E1E6CD7}" srcOrd="1" destOrd="3" presId="urn:microsoft.com/office/officeart/2011/layout/InterconnectedBlockProcess"/>
    <dgm:cxn modelId="{521FD508-C5FD-4804-AFDC-D1FF9945B211}" srcId="{5751524B-FB67-4894-A0C5-35151E149D68}" destId="{65C051F6-A849-4495-A964-CD4C650B9C06}" srcOrd="4" destOrd="0" parTransId="{C24738E5-1547-4D8D-A2CE-64D703ECDF78}" sibTransId="{196A2EB9-DD96-4630-B699-7AF000340374}"/>
    <dgm:cxn modelId="{86FD7609-1D53-4FFA-BCCB-305AD4F8FA90}" type="presOf" srcId="{B4CB8957-A26F-4B44-8823-09274A296B7C}" destId="{2532504F-5FE1-4C97-B485-F05E8885EACC}" srcOrd="0" destOrd="1" presId="urn:microsoft.com/office/officeart/2011/layout/InterconnectedBlockProcess"/>
    <dgm:cxn modelId="{E94CD512-E47E-4B2A-8B42-1BBD0CE921B4}" type="presOf" srcId="{D471E45F-B026-44AA-9616-57E786AE80AF}" destId="{A134CDD1-D85F-44EF-8BEE-9F99A855C1E6}" srcOrd="0" destOrd="0" presId="urn:microsoft.com/office/officeart/2011/layout/InterconnectedBlockProcess"/>
    <dgm:cxn modelId="{A6532C16-AFEE-4EEA-891E-F5DAB7412E13}" type="presOf" srcId="{73DB572E-062D-41AD-8033-D361B8E583DB}" destId="{2532504F-5FE1-4C97-B485-F05E8885EACC}" srcOrd="0" destOrd="0" presId="urn:microsoft.com/office/officeart/2011/layout/InterconnectedBlockProcess"/>
    <dgm:cxn modelId="{149DAA1C-D8EC-48C3-8DB3-78FF1D152DA4}" srcId="{A59EC69B-8F3F-425B-819F-E8C557946AEE}" destId="{435B1A7C-A547-48A9-8AF2-1989D7E7117F}" srcOrd="2" destOrd="0" parTransId="{1D80D164-BBB4-4A0B-B2CD-A91AE56789D5}" sibTransId="{5F4FE167-68A0-4F22-B15D-0776D35DF87D}"/>
    <dgm:cxn modelId="{14271021-8784-4688-96FE-21B4F9A3C855}" type="presOf" srcId="{A59EC69B-8F3F-425B-819F-E8C557946AEE}" destId="{4C66D42D-7E6D-4563-AFDC-369C30B73F70}" srcOrd="0" destOrd="0" presId="urn:microsoft.com/office/officeart/2011/layout/InterconnectedBlockProcess"/>
    <dgm:cxn modelId="{EB087724-F14C-4EE9-BDAA-F6C7B49329CA}" type="presOf" srcId="{9DDBD6DB-DD37-434F-A80B-10B3CBAE0BA8}" destId="{A134CDD1-D85F-44EF-8BEE-9F99A855C1E6}" srcOrd="0" destOrd="2" presId="urn:microsoft.com/office/officeart/2011/layout/InterconnectedBlockProcess"/>
    <dgm:cxn modelId="{27BEAB28-00F8-4F82-9BFD-BF66A0A6B586}" type="presOf" srcId="{81C51F1F-B8CB-4176-9FE4-FABBD8AB49FD}" destId="{A134CDD1-D85F-44EF-8BEE-9F99A855C1E6}" srcOrd="0" destOrd="1" presId="urn:microsoft.com/office/officeart/2011/layout/InterconnectedBlockProcess"/>
    <dgm:cxn modelId="{BD4D063F-4481-4272-86B1-D2EA110CC162}" type="presOf" srcId="{73DB572E-062D-41AD-8033-D361B8E583DB}" destId="{0D08ED52-6744-4369-B780-916B09984775}" srcOrd="1" destOrd="0" presId="urn:microsoft.com/office/officeart/2011/layout/InterconnectedBlockProcess"/>
    <dgm:cxn modelId="{A570EB5E-47C2-4447-BC83-7B62C1BD9040}" type="presOf" srcId="{862573D9-6E1B-4F6D-9B80-1BE4BA1E1082}" destId="{6BCCFBA6-7A43-4631-AD7F-AFB10E1E6CD7}" srcOrd="1" destOrd="1" presId="urn:microsoft.com/office/officeart/2011/layout/InterconnectedBlockProcess"/>
    <dgm:cxn modelId="{9AA42461-207B-4D19-8B78-CD11DC866695}" type="presOf" srcId="{A4CEB015-1F55-4E86-B072-356BEBB22F40}" destId="{06F8D57B-EDF4-4CF4-8700-DC2CA3E3028E}" srcOrd="0" destOrd="3" presId="urn:microsoft.com/office/officeart/2011/layout/InterconnectedBlockProcess"/>
    <dgm:cxn modelId="{61036642-58B3-4BCF-A972-64F8212FDE31}" type="presOf" srcId="{B4CB8957-A26F-4B44-8823-09274A296B7C}" destId="{0D08ED52-6744-4369-B780-916B09984775}" srcOrd="1" destOrd="1" presId="urn:microsoft.com/office/officeart/2011/layout/InterconnectedBlockProcess"/>
    <dgm:cxn modelId="{F0A35142-B726-469F-ACEA-53471B9C17A0}" type="presOf" srcId="{379A57D1-93D6-437C-BDF4-3323357736A5}" destId="{0D08ED52-6744-4369-B780-916B09984775}" srcOrd="1" destOrd="3" presId="urn:microsoft.com/office/officeart/2011/layout/InterconnectedBlockProcess"/>
    <dgm:cxn modelId="{8FCA3D6A-31B5-4A2F-96B9-944718946B1F}" type="presOf" srcId="{9DDBD6DB-DD37-434F-A80B-10B3CBAE0BA8}" destId="{1C91D7E3-8940-4A33-9182-677DD5415901}" srcOrd="1" destOrd="2" presId="urn:microsoft.com/office/officeart/2011/layout/InterconnectedBlockProcess"/>
    <dgm:cxn modelId="{B9218D6D-CC6F-41DB-8BED-9088823616D5}" type="presOf" srcId="{379A57D1-93D6-437C-BDF4-3323357736A5}" destId="{2532504F-5FE1-4C97-B485-F05E8885EACC}" srcOrd="0" destOrd="3" presId="urn:microsoft.com/office/officeart/2011/layout/InterconnectedBlockProcess"/>
    <dgm:cxn modelId="{DD16AC4F-47A6-4D58-A48E-992B8D082448}" type="presOf" srcId="{1039EF3C-5CD4-4C56-A279-B125777399E0}" destId="{1C91D7E3-8940-4A33-9182-677DD5415901}" srcOrd="1" destOrd="3" presId="urn:microsoft.com/office/officeart/2011/layout/InterconnectedBlockProcess"/>
    <dgm:cxn modelId="{50ED9271-EE41-4272-888A-D3B320EE814C}" type="presOf" srcId="{435B1A7C-A547-48A9-8AF2-1989D7E7117F}" destId="{2532504F-5FE1-4C97-B485-F05E8885EACC}" srcOrd="0" destOrd="2" presId="urn:microsoft.com/office/officeart/2011/layout/InterconnectedBlockProcess"/>
    <dgm:cxn modelId="{58E76652-C24F-44B0-96A9-DDF4DA4C870A}" type="presOf" srcId="{7B3055AA-BF7C-46D0-9A9E-60087B9F57B4}" destId="{00BB3360-A9BB-4051-A4B1-1216F82F642C}" srcOrd="0" destOrd="0" presId="urn:microsoft.com/office/officeart/2011/layout/InterconnectedBlockProcess"/>
    <dgm:cxn modelId="{2DEAED74-0247-46C3-8332-1FE9379E9BCC}" type="presOf" srcId="{65C051F6-A849-4495-A964-CD4C650B9C06}" destId="{C73DE52A-2F45-45E6-AD0E-D5BEAF609F8E}" srcOrd="0" destOrd="0" presId="urn:microsoft.com/office/officeart/2011/layout/InterconnectedBlockProcess"/>
    <dgm:cxn modelId="{AA17007A-110D-43AE-B6F2-DF2DF885F2E2}" srcId="{A59EC69B-8F3F-425B-819F-E8C557946AEE}" destId="{73DB572E-062D-41AD-8033-D361B8E583DB}" srcOrd="0" destOrd="0" parTransId="{75D01B62-D132-48B8-9D06-D0A551A21107}" sibTransId="{98BDB650-3386-4D3D-8E80-609010499291}"/>
    <dgm:cxn modelId="{CD6F8F7B-1F4A-48B6-A4F0-58367665AFAF}" type="presOf" srcId="{1039EF3C-5CD4-4C56-A279-B125777399E0}" destId="{A134CDD1-D85F-44EF-8BEE-9F99A855C1E6}" srcOrd="0" destOrd="3" presId="urn:microsoft.com/office/officeart/2011/layout/InterconnectedBlockProcess"/>
    <dgm:cxn modelId="{4CADDA89-0CF9-4365-86B8-F6CA27E49C54}" srcId="{A59EC69B-8F3F-425B-819F-E8C557946AEE}" destId="{B4CB8957-A26F-4B44-8823-09274A296B7C}" srcOrd="1" destOrd="0" parTransId="{767E7B95-4834-4F07-AC95-C1D6ABFE6726}" sibTransId="{9F90E46D-6726-4D5A-98A7-FCAD207E7536}"/>
    <dgm:cxn modelId="{5C3C918A-4C4A-4DEB-924A-CC330C09FB27}" type="presOf" srcId="{5E92505A-51E0-4F78-B3C5-704ACF8710DE}" destId="{2AAD338D-3122-4454-9A67-16BE024D44E3}" srcOrd="0" destOrd="0" presId="urn:microsoft.com/office/officeart/2011/layout/InterconnectedBlockProcess"/>
    <dgm:cxn modelId="{9404998C-1758-482D-A83D-CB42CFA3943E}" srcId="{988D96B0-D16E-4763-B393-84178CF4FF50}" destId="{1039EF3C-5CD4-4C56-A279-B125777399E0}" srcOrd="3" destOrd="0" parTransId="{9ED36016-264D-46B2-8DCF-421E3A74123B}" sibTransId="{B8D147F7-9E35-49C3-8CAB-294779AA95A8}"/>
    <dgm:cxn modelId="{4943AA8D-E77F-4B3E-AE96-CB1211F9FFEA}" type="presOf" srcId="{862573D9-6E1B-4F6D-9B80-1BE4BA1E1082}" destId="{06F8D57B-EDF4-4CF4-8700-DC2CA3E3028E}" srcOrd="0" destOrd="1" presId="urn:microsoft.com/office/officeart/2011/layout/InterconnectedBlockProcess"/>
    <dgm:cxn modelId="{6A3D5A91-CC4C-4FC3-8978-C2BD5950B7FC}" srcId="{7B3055AA-BF7C-46D0-9A9E-60087B9F57B4}" destId="{0ACBA6DA-7437-438C-B860-2AE759E67A38}" srcOrd="2" destOrd="0" parTransId="{F71E9CA2-04B7-4BBE-B3D5-1F98BBCFBDA1}" sibTransId="{DEDB0430-9ECC-40B7-B12E-C59B8A2EBA9A}"/>
    <dgm:cxn modelId="{27611794-B6EF-4593-A560-02BF7692DC5A}" srcId="{7B3055AA-BF7C-46D0-9A9E-60087B9F57B4}" destId="{9FED87C4-3F3B-4A18-9185-9F80CFEDEA2E}" srcOrd="0" destOrd="0" parTransId="{669F5586-1E47-4A85-AA72-0E435BABD665}" sibTransId="{AD0D1882-5210-4A49-9875-4AAC43595580}"/>
    <dgm:cxn modelId="{940B4C9B-D5E4-4E48-A872-B455F86EA2F7}" type="presOf" srcId="{D471E45F-B026-44AA-9616-57E786AE80AF}" destId="{1C91D7E3-8940-4A33-9182-677DD5415901}" srcOrd="1" destOrd="0" presId="urn:microsoft.com/office/officeart/2011/layout/InterconnectedBlockProcess"/>
    <dgm:cxn modelId="{FA483E9C-354F-4FA3-B909-770540EE2C15}" type="presOf" srcId="{435B1A7C-A547-48A9-8AF2-1989D7E7117F}" destId="{0D08ED52-6744-4369-B780-916B09984775}" srcOrd="1" destOrd="2" presId="urn:microsoft.com/office/officeart/2011/layout/InterconnectedBlockProcess"/>
    <dgm:cxn modelId="{25C83D9F-B12A-43EF-8599-6589093E1A69}" type="presOf" srcId="{9FED87C4-3F3B-4A18-9185-9F80CFEDEA2E}" destId="{06F8D57B-EDF4-4CF4-8700-DC2CA3E3028E}" srcOrd="0" destOrd="0" presId="urn:microsoft.com/office/officeart/2011/layout/InterconnectedBlockProcess"/>
    <dgm:cxn modelId="{219A7EA6-2BAB-43A5-9D6F-E2D19F347F58}" srcId="{7B3055AA-BF7C-46D0-9A9E-60087B9F57B4}" destId="{A4CEB015-1F55-4E86-B072-356BEBB22F40}" srcOrd="3" destOrd="0" parTransId="{11D82157-DAAE-480B-96BD-DAEFD1BA93EC}" sibTransId="{29B4C28C-3CEB-412A-BE88-0038A6043D32}"/>
    <dgm:cxn modelId="{AD0A74B8-550A-4F0D-9A26-ADB7CD7A34B7}" type="presOf" srcId="{988D96B0-D16E-4763-B393-84178CF4FF50}" destId="{65257024-FAC0-4522-B139-1CC85B547BE8}" srcOrd="0" destOrd="0" presId="urn:microsoft.com/office/officeart/2011/layout/InterconnectedBlockProcess"/>
    <dgm:cxn modelId="{6C7D4BBB-EED6-4011-9FBC-87F683D5B245}" srcId="{5751524B-FB67-4894-A0C5-35151E149D68}" destId="{7B3055AA-BF7C-46D0-9A9E-60087B9F57B4}" srcOrd="1" destOrd="0" parTransId="{F772EF41-D2BB-4368-8327-B4E332165F48}" sibTransId="{B81593E2-4CAC-4783-8D2D-E9DDD236A942}"/>
    <dgm:cxn modelId="{9FFC2CBC-9591-4CF2-BF81-771E1C603503}" srcId="{7B3055AA-BF7C-46D0-9A9E-60087B9F57B4}" destId="{862573D9-6E1B-4F6D-9B80-1BE4BA1E1082}" srcOrd="1" destOrd="0" parTransId="{90166AD4-EF64-4F26-BED9-27C252E3AF7B}" sibTransId="{2D3F3E5B-9E9A-4950-80A4-9FA811C3CB9D}"/>
    <dgm:cxn modelId="{E2F04EC0-11E6-4BD8-89A8-EC7DBA144F62}" srcId="{988D96B0-D16E-4763-B393-84178CF4FF50}" destId="{9DDBD6DB-DD37-434F-A80B-10B3CBAE0BA8}" srcOrd="2" destOrd="0" parTransId="{730CE1A9-A774-45FF-B922-B24EF4216C48}" sibTransId="{3291F7A0-D882-4D7B-B2DB-3B1F81038315}"/>
    <dgm:cxn modelId="{9B1D93C2-4DB2-45A3-9AE2-18833C46952D}" srcId="{A59EC69B-8F3F-425B-819F-E8C557946AEE}" destId="{379A57D1-93D6-437C-BDF4-3323357736A5}" srcOrd="3" destOrd="0" parTransId="{02DE890B-7F36-4869-8A8A-3ACFEA4A9273}" sibTransId="{18FEF118-71FC-4838-AC49-37EDC8869AB3}"/>
    <dgm:cxn modelId="{D1BA1DD0-A52A-47BF-962D-9810C87E1576}" srcId="{5751524B-FB67-4894-A0C5-35151E149D68}" destId="{A59EC69B-8F3F-425B-819F-E8C557946AEE}" srcOrd="2" destOrd="0" parTransId="{0095C3CB-916F-4060-A8DA-DD282FB51587}" sibTransId="{2868AD8D-4E38-46CE-A972-709857BF40AC}"/>
    <dgm:cxn modelId="{8FBE04DB-E607-4EEE-A713-3A6ADAED0012}" type="presOf" srcId="{0ACBA6DA-7437-438C-B860-2AE759E67A38}" destId="{6BCCFBA6-7A43-4631-AD7F-AFB10E1E6CD7}" srcOrd="1" destOrd="2" presId="urn:microsoft.com/office/officeart/2011/layout/InterconnectedBlockProcess"/>
    <dgm:cxn modelId="{1F8056DE-7383-4608-8ACE-9E28BC43F1C0}" type="presOf" srcId="{81C51F1F-B8CB-4176-9FE4-FABBD8AB49FD}" destId="{1C91D7E3-8940-4A33-9182-677DD5415901}" srcOrd="1" destOrd="1" presId="urn:microsoft.com/office/officeart/2011/layout/InterconnectedBlockProcess"/>
    <dgm:cxn modelId="{D7F482E3-1DD8-46E6-8017-693BF0896035}" srcId="{988D96B0-D16E-4763-B393-84178CF4FF50}" destId="{81C51F1F-B8CB-4176-9FE4-FABBD8AB49FD}" srcOrd="1" destOrd="0" parTransId="{C197A262-41AA-49F9-8503-1CFC076EF997}" sibTransId="{D8F23727-F0CA-40F5-A8E8-C685AEDFA00C}"/>
    <dgm:cxn modelId="{D95A05E5-1205-4AD1-9AA3-74CA7A4B9EF2}" type="presOf" srcId="{9FED87C4-3F3B-4A18-9185-9F80CFEDEA2E}" destId="{6BCCFBA6-7A43-4631-AD7F-AFB10E1E6CD7}" srcOrd="1" destOrd="0" presId="urn:microsoft.com/office/officeart/2011/layout/InterconnectedBlockProcess"/>
    <dgm:cxn modelId="{DA8CD5E8-B2EE-41E4-8EC6-CFB41D688F68}" srcId="{5751524B-FB67-4894-A0C5-35151E149D68}" destId="{5E92505A-51E0-4F78-B3C5-704ACF8710DE}" srcOrd="3" destOrd="0" parTransId="{765B1266-7CE2-4F9C-AE38-D97DFBC1B151}" sibTransId="{5E9E6A6F-635A-4791-A107-01E95B62EA08}"/>
    <dgm:cxn modelId="{AEE28BEF-3F73-41A5-9307-D42A450FCA17}" srcId="{988D96B0-D16E-4763-B393-84178CF4FF50}" destId="{D471E45F-B026-44AA-9616-57E786AE80AF}" srcOrd="0" destOrd="0" parTransId="{326A986D-69A4-4AC0-AD9B-462FFC9C3F18}" sibTransId="{304E70AD-39C7-4C28-BF7B-6EE91BAE97B7}"/>
    <dgm:cxn modelId="{8CB593F6-6C5D-4606-B959-3E27F9872EC1}" srcId="{5751524B-FB67-4894-A0C5-35151E149D68}" destId="{988D96B0-D16E-4763-B393-84178CF4FF50}" srcOrd="0" destOrd="0" parTransId="{080A6B9D-C27D-4227-AC65-3C97878D78C4}" sibTransId="{19B27CEC-4BAD-44A7-A9A7-B7A8B23ADCFD}"/>
    <dgm:cxn modelId="{29298C02-8A80-4CCB-9E4C-4089D9A62C5B}" type="presParOf" srcId="{A6BCDA7B-D633-438F-B44D-CB4D60E5C492}" destId="{0EA92EC0-9C6F-4663-B822-B1E8E3DCB13B}" srcOrd="0" destOrd="0" presId="urn:microsoft.com/office/officeart/2011/layout/InterconnectedBlockProcess"/>
    <dgm:cxn modelId="{17416D6A-A38D-426F-B341-FF49F31F9ED1}" type="presParOf" srcId="{0EA92EC0-9C6F-4663-B822-B1E8E3DCB13B}" destId="{8CAE5A4D-0C7B-48A6-917B-0B8433D0574B}" srcOrd="0" destOrd="0" presId="urn:microsoft.com/office/officeart/2011/layout/InterconnectedBlockProcess"/>
    <dgm:cxn modelId="{3D37CB95-1605-4A2A-BE09-7D6FC0C6DA00}" type="presParOf" srcId="{A6BCDA7B-D633-438F-B44D-CB4D60E5C492}" destId="{928B615F-0F8D-4140-A638-0FBB8F5BF1E9}" srcOrd="1" destOrd="0" presId="urn:microsoft.com/office/officeart/2011/layout/InterconnectedBlockProcess"/>
    <dgm:cxn modelId="{302646C3-7BF4-4604-9337-8F2C22A9A693}" type="presParOf" srcId="{A6BCDA7B-D633-438F-B44D-CB4D60E5C492}" destId="{C73DE52A-2F45-45E6-AD0E-D5BEAF609F8E}" srcOrd="2" destOrd="0" presId="urn:microsoft.com/office/officeart/2011/layout/InterconnectedBlockProcess"/>
    <dgm:cxn modelId="{EF68827D-5F4A-488B-9569-C6B84C6E22B2}" type="presParOf" srcId="{A6BCDA7B-D633-438F-B44D-CB4D60E5C492}" destId="{EA3B7F60-AEEC-41A8-8A2C-D3679EFCD073}" srcOrd="3" destOrd="0" presId="urn:microsoft.com/office/officeart/2011/layout/InterconnectedBlockProcess"/>
    <dgm:cxn modelId="{AA6818F2-EB06-4F0B-AB64-08A61B86B1F5}" type="presParOf" srcId="{EA3B7F60-AEEC-41A8-8A2C-D3679EFCD073}" destId="{FC0F1314-3294-4A8C-8DCE-EB53E236164C}" srcOrd="0" destOrd="0" presId="urn:microsoft.com/office/officeart/2011/layout/InterconnectedBlockProcess"/>
    <dgm:cxn modelId="{515B5789-A9FD-48CC-AEC5-3887D1DCB166}" type="presParOf" srcId="{A6BCDA7B-D633-438F-B44D-CB4D60E5C492}" destId="{98225A61-A0EC-450A-BED8-EF2E47E8FD18}" srcOrd="4" destOrd="0" presId="urn:microsoft.com/office/officeart/2011/layout/InterconnectedBlockProcess"/>
    <dgm:cxn modelId="{EC041B1B-950E-47B0-AC02-75FE785BC810}" type="presParOf" srcId="{A6BCDA7B-D633-438F-B44D-CB4D60E5C492}" destId="{2AAD338D-3122-4454-9A67-16BE024D44E3}" srcOrd="5" destOrd="0" presId="urn:microsoft.com/office/officeart/2011/layout/InterconnectedBlockProcess"/>
    <dgm:cxn modelId="{3432AE63-9FD1-4BC7-9DEF-3B96DC1D18B6}" type="presParOf" srcId="{A6BCDA7B-D633-438F-B44D-CB4D60E5C492}" destId="{96AFCF47-32CA-4C44-9E3C-782007B7112E}" srcOrd="6" destOrd="0" presId="urn:microsoft.com/office/officeart/2011/layout/InterconnectedBlockProcess"/>
    <dgm:cxn modelId="{923E99A6-341B-451C-8867-E92FC25AC53B}" type="presParOf" srcId="{96AFCF47-32CA-4C44-9E3C-782007B7112E}" destId="{2532504F-5FE1-4C97-B485-F05E8885EACC}" srcOrd="0" destOrd="0" presId="urn:microsoft.com/office/officeart/2011/layout/InterconnectedBlockProcess"/>
    <dgm:cxn modelId="{D722F7D5-C052-4884-8CB8-8D1A48BD812B}" type="presParOf" srcId="{A6BCDA7B-D633-438F-B44D-CB4D60E5C492}" destId="{0D08ED52-6744-4369-B780-916B09984775}" srcOrd="7" destOrd="0" presId="urn:microsoft.com/office/officeart/2011/layout/InterconnectedBlockProcess"/>
    <dgm:cxn modelId="{3AD2F176-129A-4447-ADA9-E3E89DF9D891}" type="presParOf" srcId="{A6BCDA7B-D633-438F-B44D-CB4D60E5C492}" destId="{4C66D42D-7E6D-4563-AFDC-369C30B73F70}" srcOrd="8" destOrd="0" presId="urn:microsoft.com/office/officeart/2011/layout/InterconnectedBlockProcess"/>
    <dgm:cxn modelId="{D208DA9D-BE25-4BF1-B0BD-F2F14E865E97}" type="presParOf" srcId="{A6BCDA7B-D633-438F-B44D-CB4D60E5C492}" destId="{C1269CE6-C767-48CC-AAFD-A238D1FFDABA}" srcOrd="9" destOrd="0" presId="urn:microsoft.com/office/officeart/2011/layout/InterconnectedBlockProcess"/>
    <dgm:cxn modelId="{2AC68A3D-1C33-40F1-A5CE-D5AFE03E40CC}" type="presParOf" srcId="{C1269CE6-C767-48CC-AAFD-A238D1FFDABA}" destId="{06F8D57B-EDF4-4CF4-8700-DC2CA3E3028E}" srcOrd="0" destOrd="0" presId="urn:microsoft.com/office/officeart/2011/layout/InterconnectedBlockProcess"/>
    <dgm:cxn modelId="{1AC84B5C-9F91-4220-9E7F-5BE6D44EABB4}" type="presParOf" srcId="{A6BCDA7B-D633-438F-B44D-CB4D60E5C492}" destId="{6BCCFBA6-7A43-4631-AD7F-AFB10E1E6CD7}" srcOrd="10" destOrd="0" presId="urn:microsoft.com/office/officeart/2011/layout/InterconnectedBlockProcess"/>
    <dgm:cxn modelId="{4D501E81-798D-4E10-9739-3749808FDBE7}" type="presParOf" srcId="{A6BCDA7B-D633-438F-B44D-CB4D60E5C492}" destId="{00BB3360-A9BB-4051-A4B1-1216F82F642C}" srcOrd="11" destOrd="0" presId="urn:microsoft.com/office/officeart/2011/layout/InterconnectedBlockProcess"/>
    <dgm:cxn modelId="{61C4626E-22F6-45E2-856C-8C7D72EEE8E3}" type="presParOf" srcId="{A6BCDA7B-D633-438F-B44D-CB4D60E5C492}" destId="{7305DF14-0FF5-45E4-8B19-015814092DBD}" srcOrd="12" destOrd="0" presId="urn:microsoft.com/office/officeart/2011/layout/InterconnectedBlockProcess"/>
    <dgm:cxn modelId="{40E047E4-8B96-4BE3-A685-38A19A4860FE}" type="presParOf" srcId="{7305DF14-0FF5-45E4-8B19-015814092DBD}" destId="{A134CDD1-D85F-44EF-8BEE-9F99A855C1E6}" srcOrd="0" destOrd="0" presId="urn:microsoft.com/office/officeart/2011/layout/InterconnectedBlockProcess"/>
    <dgm:cxn modelId="{7D071F6A-A4AA-4BFF-AC77-DA71956DD8F9}" type="presParOf" srcId="{A6BCDA7B-D633-438F-B44D-CB4D60E5C492}" destId="{1C91D7E3-8940-4A33-9182-677DD5415901}" srcOrd="13" destOrd="0" presId="urn:microsoft.com/office/officeart/2011/layout/InterconnectedBlockProcess"/>
    <dgm:cxn modelId="{189850BB-B69B-4D35-82C0-6BC106290228}" type="presParOf" srcId="{A6BCDA7B-D633-438F-B44D-CB4D60E5C492}" destId="{65257024-FAC0-4522-B139-1CC85B547BE8}" srcOrd="14" destOrd="0" presId="urn:microsoft.com/office/officeart/2011/layout/Interconnected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AE5A4D-0C7B-48A6-917B-0B8433D0574B}">
      <dsp:nvSpPr>
        <dsp:cNvPr id="0" name=""/>
        <dsp:cNvSpPr/>
      </dsp:nvSpPr>
      <dsp:spPr>
        <a:xfrm>
          <a:off x="7173684" y="811639"/>
          <a:ext cx="1278320" cy="3246556"/>
        </a:xfrm>
        <a:prstGeom prst="wedgeRectCallout">
          <a:avLst>
            <a:gd name="adj1" fmla="val 0"/>
            <a:gd name="adj2" fmla="val 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3DE52A-2F45-45E6-AD0E-D5BEAF609F8E}">
      <dsp:nvSpPr>
        <dsp:cNvPr id="0" name=""/>
        <dsp:cNvSpPr/>
      </dsp:nvSpPr>
      <dsp:spPr>
        <a:xfrm>
          <a:off x="7173684" y="0"/>
          <a:ext cx="1278320" cy="81163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</a:p>
      </dsp:txBody>
      <dsp:txXfrm>
        <a:off x="7173684" y="0"/>
        <a:ext cx="1278320" cy="811639"/>
      </dsp:txXfrm>
    </dsp:sp>
    <dsp:sp modelId="{FC0F1314-3294-4A8C-8DCE-EB53E236164C}">
      <dsp:nvSpPr>
        <dsp:cNvPr id="0" name=""/>
        <dsp:cNvSpPr/>
      </dsp:nvSpPr>
      <dsp:spPr>
        <a:xfrm>
          <a:off x="5898557" y="811639"/>
          <a:ext cx="1278320" cy="304364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3179766"/>
            <a:satOff val="8519"/>
            <a:lumOff val="30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AD338D-3122-4454-9A67-16BE024D44E3}">
      <dsp:nvSpPr>
        <dsp:cNvPr id="0" name=""/>
        <dsp:cNvSpPr/>
      </dsp:nvSpPr>
      <dsp:spPr>
        <a:xfrm>
          <a:off x="5898557" y="101454"/>
          <a:ext cx="1278320" cy="71018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</a:p>
      </dsp:txBody>
      <dsp:txXfrm>
        <a:off x="5898557" y="101454"/>
        <a:ext cx="1278320" cy="710184"/>
      </dsp:txXfrm>
    </dsp:sp>
    <dsp:sp modelId="{2532504F-5FE1-4C97-B485-F05E8885EACC}">
      <dsp:nvSpPr>
        <dsp:cNvPr id="0" name=""/>
        <dsp:cNvSpPr/>
      </dsp:nvSpPr>
      <dsp:spPr>
        <a:xfrm>
          <a:off x="4620236" y="811639"/>
          <a:ext cx="1278320" cy="284073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6359532"/>
            <a:satOff val="17037"/>
            <a:lumOff val="61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t" anchorCtr="0">
          <a:noAutofit/>
        </a:bodyPr>
        <a:lstStyle/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 dirty="0"/>
            <a:t>Learning &amp; Initial Implementation</a:t>
          </a:r>
          <a:endParaRPr lang="en-US" sz="1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Applying learned concepts to </a:t>
          </a:r>
          <a:r>
            <a:rPr lang="en-US" sz="1000" b="1" kern="1200" dirty="0"/>
            <a:t>small tasks or modules</a:t>
          </a:r>
          <a:r>
            <a:rPr lang="en-US" sz="1000" kern="1200" dirty="0"/>
            <a:t> related to AI &amp; Cybersecurity</a:t>
          </a: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Understanding </a:t>
          </a:r>
          <a:r>
            <a:rPr lang="en-US" sz="1000" b="1" kern="1200" dirty="0"/>
            <a:t>real-world threat scenarios and AI-based detection approaches</a:t>
          </a:r>
          <a:endParaRPr lang="en-US" sz="1000" kern="1200" dirty="0"/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Improving technical skills through continuous practice and team collaboration</a:t>
          </a:r>
        </a:p>
      </dsp:txBody>
      <dsp:txXfrm>
        <a:off x="4782502" y="811639"/>
        <a:ext cx="1116055" cy="2840736"/>
      </dsp:txXfrm>
    </dsp:sp>
    <dsp:sp modelId="{4C66D42D-7E6D-4563-AFDC-369C30B73F70}">
      <dsp:nvSpPr>
        <dsp:cNvPr id="0" name=""/>
        <dsp:cNvSpPr/>
      </dsp:nvSpPr>
      <dsp:spPr>
        <a:xfrm>
          <a:off x="4620236" y="206156"/>
          <a:ext cx="1278320" cy="60872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</a:p>
      </dsp:txBody>
      <dsp:txXfrm>
        <a:off x="4620236" y="206156"/>
        <a:ext cx="1278320" cy="608729"/>
      </dsp:txXfrm>
    </dsp:sp>
    <dsp:sp modelId="{06F8D57B-EDF4-4CF4-8700-DC2CA3E3028E}">
      <dsp:nvSpPr>
        <dsp:cNvPr id="0" name=""/>
        <dsp:cNvSpPr/>
      </dsp:nvSpPr>
      <dsp:spPr>
        <a:xfrm>
          <a:off x="3341915" y="811639"/>
          <a:ext cx="1278320" cy="263782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9539299"/>
            <a:satOff val="25556"/>
            <a:lumOff val="928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t" anchorCtr="0">
          <a:noAutofit/>
        </a:bodyPr>
        <a:lstStyle/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 dirty="0"/>
            <a:t>Training Under Team</a:t>
          </a:r>
          <a:endParaRPr lang="en-US" sz="1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/>
            <a:t>Assigned to a </a:t>
          </a:r>
          <a:r>
            <a:rPr lang="en-US" sz="1000" b="1" kern="1200"/>
            <a:t>team for guided technical training</a:t>
          </a:r>
          <a:endParaRPr lang="en-US" sz="1000" kern="1200"/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Learning </a:t>
          </a:r>
          <a:r>
            <a:rPr lang="en-US" sz="1000" b="1" kern="1200" dirty="0"/>
            <a:t>AI tools applied to cybersecurity use cases</a:t>
          </a:r>
          <a:endParaRPr lang="en-US" sz="1000" kern="1200" dirty="0"/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Hands-on practice with basic tools, datasets, and security scenarios under mentorship</a:t>
          </a:r>
        </a:p>
      </dsp:txBody>
      <dsp:txXfrm>
        <a:off x="3504181" y="811639"/>
        <a:ext cx="1116055" cy="2637826"/>
      </dsp:txXfrm>
    </dsp:sp>
    <dsp:sp modelId="{00BB3360-A9BB-4051-A4B1-1216F82F642C}">
      <dsp:nvSpPr>
        <dsp:cNvPr id="0" name=""/>
        <dsp:cNvSpPr/>
      </dsp:nvSpPr>
      <dsp:spPr>
        <a:xfrm>
          <a:off x="3341915" y="304364"/>
          <a:ext cx="1278320" cy="507274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</a:p>
      </dsp:txBody>
      <dsp:txXfrm>
        <a:off x="3341915" y="304364"/>
        <a:ext cx="1278320" cy="507274"/>
      </dsp:txXfrm>
    </dsp:sp>
    <dsp:sp modelId="{A134CDD1-D85F-44EF-8BEE-9F99A855C1E6}">
      <dsp:nvSpPr>
        <dsp:cNvPr id="0" name=""/>
        <dsp:cNvSpPr/>
      </dsp:nvSpPr>
      <dsp:spPr>
        <a:xfrm>
          <a:off x="2063594" y="811639"/>
          <a:ext cx="1278320" cy="2434917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12719064"/>
            <a:satOff val="34075"/>
            <a:lumOff val="123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t" anchorCtr="0">
          <a:noAutofit/>
        </a:bodyPr>
        <a:lstStyle/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 dirty="0"/>
            <a:t>Current Status</a:t>
          </a:r>
          <a:endParaRPr lang="en-US" sz="1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/>
            <a:t>Onboarding and orientation at Tecplix</a:t>
          </a: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Undergoing </a:t>
          </a:r>
          <a:r>
            <a:rPr lang="en-US" sz="1000" b="1" kern="1200" dirty="0"/>
            <a:t>basic training in AI and Cybersecurity fundamentals</a:t>
          </a:r>
          <a:endParaRPr lang="en-US" sz="1000" kern="1200" dirty="0"/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Learning core concepts, terminology, tools overview, and company processes.</a:t>
          </a:r>
        </a:p>
      </dsp:txBody>
      <dsp:txXfrm>
        <a:off x="2225860" y="811639"/>
        <a:ext cx="1116055" cy="2434917"/>
      </dsp:txXfrm>
    </dsp:sp>
    <dsp:sp modelId="{65257024-FAC0-4522-B139-1CC85B547BE8}">
      <dsp:nvSpPr>
        <dsp:cNvPr id="0" name=""/>
        <dsp:cNvSpPr/>
      </dsp:nvSpPr>
      <dsp:spPr>
        <a:xfrm>
          <a:off x="2063594" y="405819"/>
          <a:ext cx="1278320" cy="405819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</a:p>
      </dsp:txBody>
      <dsp:txXfrm>
        <a:off x="2063594" y="405819"/>
        <a:ext cx="1278320" cy="405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InterconnectedBlockProcess">
  <dgm:title val="Interconnected Block Process"/>
  <dgm:desc val="Use to show sequential steps in a process. Works best with small amounts of Level 1 text and medium amounts of Level 2 text."/>
  <dgm:catLst>
    <dgm:cat type="process" pri="5500"/>
    <dgm:cat type="officeonline" pri="3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  <dgm:cxn modelId="70" srcId="0" destId="40" srcOrd="2" destOrd="0"/>
        <dgm:cxn modelId="42" srcId="40" destId="41" srcOrd="0" destOrd="0"/>
      </dgm:cxnLst>
      <dgm:bg/>
      <dgm:whole/>
    </dgm:dataModel>
  </dgm:clrData>
  <dgm:layoutNode name="Name0">
    <dgm:varLst>
      <dgm:chMax val="7"/>
      <dgm:chPref val="5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.127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5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Accent1" refType="w" fact="0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Child1" refType="w" fact="0.063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Parent1" refType="w" fact="0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.5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Child2" refType="w" fact="0.5635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Parent2" refType="w" fact="0.5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6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Accent1" refType="w" fact="0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Child1" refType="w" fact="0.0423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Parent1" refType="w" fact="0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Child2" refType="w" fact="0.3756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.6667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Child3" refType="w" fact="0.709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Parent3" refType="w" fact="0.6667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7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Accent1" refType="w" fact="0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Child1" refType="w" fact="0.0317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Parent1" refType="w" fact="0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2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Child2" refType="w" fact="0.2817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Parent2" refType="w" fact="0.2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Child3" refType="w" fact="0.5317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Parent3" refType="w" fact="0.5"/>
              <dgm:constr type="t" for="ch" forName="Parent3" refType="h" fact="0.0275"/>
              <dgm:constr type="w" for="ch" forName="Parent3" refType="w" fact="0.25"/>
              <dgm:constr type="h" for="ch" forName="Parent3" refType="h" fact="0.1622"/>
              <dgm:constr type="l" for="ch" forName="ChildAccent4" refType="w" fact="0.75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Child4" refType="w" fact="0.7817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Parent4" refType="w" fact="0.75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8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Accent1" refType="w" fact="0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Child1" refType="w" fact="0.0254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Parent1" refType="w" fact="0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2001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Child2" refType="w" fact="0.2255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Parent2" refType="w" fact="0.2001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Child3" refType="w" fact="0.4256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6003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Child4" refType="w" fact="0.6257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Parent4" refType="w" fact="0.6003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.7999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Child5" refType="w" fact="0.8253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Parent5" refType="w" fact="0.7999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9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Accent1" refType="w" fact="0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Child1" refType="w" fact="0.0212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Parent1" refType="w" fact="0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167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Child2" refType="w" fact="0.1888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Parent2" refType="w" fact="0.167"/>
              <dgm:constr type="t" for="ch" forName="Parent2" refType="h" fact="0.0923"/>
              <dgm:constr type="w" for="ch" forName="Parent2" refType="w" fact="0.167"/>
              <dgm:constr type="h" for="ch" forName="Parent2" refType="h" fact="0.1164"/>
              <dgm:constr type="l" for="ch" forName="ChildAccent3" refType="w" fact="0.333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Child3" refType="w" fact="0.3551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Parent3" refType="w" fact="0.3339"/>
              <dgm:constr type="t" for="ch" forName="Parent3" refType="h" fact="0.0698"/>
              <dgm:constr type="w" for="ch" forName="Parent3" refType="w" fact="0.167"/>
              <dgm:constr type="h" for="ch" forName="Parent3" refType="h" fact="0.1396"/>
              <dgm:constr type="l" for="ch" forName="ChildAccent4" refType="w" fact="0.500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Child4" refType="w" fact="0.5221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Parent4" refType="w" fact="0.501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6674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Child5" refType="w" fact="0.6886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Parent5" refType="w" fact="0.668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.833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Child6" refType="w" fact="0.8542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Parent6" refType="w" fact="0.835"/>
              <dgm:constr type="t" for="ch" forName="Parent6" refType="h" fact="0"/>
              <dgm:constr type="w" for="ch" forName="Parent6" refType="w" fact="0.165"/>
              <dgm:constr type="h" for="ch" forName="Parent6" refType="h" fact="0.2095"/>
            </dgm:constrLst>
          </dgm:if>
          <dgm:else name="Name10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Accent1" refType="w" fact="0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Child1" refType="w" fact="0.0182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Parent1" refType="w" fact="0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1432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Child2" refType="w" fact="0.1614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Parent2" refType="w" fact="0.1432"/>
              <dgm:constr type="t" for="ch" forName="Parent2" refType="h" fact="0.108"/>
              <dgm:constr type="w" for="ch" forName="Parent2" refType="w" fact="0.1432"/>
              <dgm:constr type="h" for="ch" forName="Parent2" refType="h" fact="0.1088"/>
              <dgm:constr type="l" for="ch" forName="ChildAccent3" refType="w" fact="0.2865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Child3" refType="w" fact="0.3047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Parent3" refType="w" fact="0.2865"/>
              <dgm:constr type="t" for="ch" forName="Parent3" refType="h" fact="0.087"/>
              <dgm:constr type="w" for="ch" forName="Parent3" refType="w" fact="0.143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Child4" refType="w" fact="0.4479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5726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Child5" refType="w" fact="0.5908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Parent5" refType="w" fact="0.5726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7147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Child6" refType="w" fact="0.7329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Parent6" refType="w" fact="0.716"/>
              <dgm:constr type="t" for="ch" forName="Parent6" refType="h" fact="0.0217"/>
              <dgm:constr type="w" for="ch" forName="Parent6" refType="w" fact="0.1424"/>
              <dgm:constr type="h" for="ch" forName="Parent6" refType="h" fact="0.1958"/>
              <dgm:constr type="l" for="ch" forName="ChildAccent7" refType="w" fact="0.8568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Child7" refType="w" fact="0.875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Parent7" refType="w" fact="0.8577"/>
              <dgm:constr type="t" for="ch" forName="Parent7" refType="h" fact="0"/>
              <dgm:constr type="w" for="ch" forName="Parent7" refType="w" fact="0.1423"/>
              <dgm:constr type="h" for="ch" forName="Parent7" refType="h" fact="0.2175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14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2" refType="w" fact="0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Child1" refType="w" fact="0.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ChildAccent1" refType="w" fact="0.5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Parent1" refType="w" fact="0.5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Parent2" refType="w" fact="0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15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3" refType="w" fact="0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Child2" refType="w" fact="0.3333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Child1" refType="w" fact="0.6667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ChildAccent1" refType="w" fact="0.6667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Parent1" refType="w" fact="0.6667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Parent3" refType="w" fact="0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16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4" refType="w" fact="0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Child3" refType="w" fact="0.25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Child2" refType="w" fact="0.5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Child1" refType="w" fact="0.75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ChildAccent1" refType="w" fact="0.75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Parent1" refType="w" fact="0.75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Parent2" refType="w" fact="0.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2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Parent3" refType="w" fact="0.25"/>
              <dgm:constr type="t" for="ch" forName="Parent3" refType="h" fact="0.0279"/>
              <dgm:constr type="w" for="ch" forName="Parent3" refType="w" fact="0.25"/>
              <dgm:constr type="h" for="ch" forName="Parent3" refType="h" fact="0.161"/>
              <dgm:constr type="l" for="ch" forName="ChildAccent4" refType="w" fact="0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Parent4" refType="w" fact="0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17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5" refType="w" fact="0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Child4" refType="w" fact="0.2001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Child3" refType="w" fact="0.4002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Child2" refType="w" fact="0.6003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Child1" refType="w" fact="0.7999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ChildAccent1" refType="w" fact="0.7999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Parent1" refType="w" fact="0.7999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6003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Parent2" refType="w" fact="0.6003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2001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Parent4" refType="w" fact="0.2001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Parent5" refType="w" fact="0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18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6" refType="w" fact="0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Child5" refType="w" fact="0.167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Child4" refType="w" fact="0.3339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Child3" refType="w" fact="0.5009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Child2" refType="w" fact="0.6674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Child1" refType="w" fact="0.833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ChildAccent1" refType="w" fact="0.833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Parent1" refType="w" fact="0.833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6674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Parent2" refType="w" fact="0.6674"/>
              <dgm:constr type="t" for="ch" forName="Parent2" refType="h" fact="0.0923"/>
              <dgm:constr type="w" for="ch" forName="Parent2" refType="w" fact="0.165"/>
              <dgm:constr type="h" for="ch" forName="Parent2" refType="h" fact="0.1164"/>
              <dgm:constr type="l" for="ch" forName="ChildAccent3" refType="w" fact="0.500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Parent3" refType="w" fact="0.5009"/>
              <dgm:constr type="t" for="ch" forName="Parent3" refType="h" fact="0.0698"/>
              <dgm:constr type="w" for="ch" forName="Parent3" refType="w" fact="0.166"/>
              <dgm:constr type="h" for="ch" forName="Parent3" refType="h" fact="0.1396"/>
              <dgm:constr type="l" for="ch" forName="ChildAccent4" refType="w" fact="0.333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Parent4" refType="w" fact="0.3339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167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Parent5" refType="w" fact="0.167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Parent6" refType="w" fact="0"/>
              <dgm:constr type="t" for="ch" forName="Parent6" refType="h" fact="0"/>
              <dgm:constr type="w" for="ch" forName="Parent6" refType="w" fact="0.167"/>
              <dgm:constr type="h" for="ch" forName="Parent6" refType="h" fact="0.2095"/>
            </dgm:constrLst>
          </dgm:if>
          <dgm:else name="Name19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7" refType="w" fact="0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Child6" refType="w" fact="0.1432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Child5" refType="w" fact="0.2865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Child4" refType="w" fact="0.4297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Child3" refType="w" fact="0.5726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Child2" refType="w" fact="0.7147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Child1" refType="w" fact="0.8568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ChildAccent1" refType="w" fact="0.8568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Parent1" refType="w" fact="0.8568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7147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Parent2" refType="w" fact="0.7147"/>
              <dgm:constr type="t" for="ch" forName="Parent2" refType="h" fact="0.108"/>
              <dgm:constr type="w" for="ch" forName="Parent2" refType="w" fact="0.1425"/>
              <dgm:constr type="h" for="ch" forName="Parent2" refType="h" fact="0.1088"/>
              <dgm:constr type="l" for="ch" forName="ChildAccent3" refType="w" fact="0.5726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Parent3" refType="w" fact="0.5726"/>
              <dgm:constr type="t" for="ch" forName="Parent3" refType="h" fact="0.087"/>
              <dgm:constr type="w" for="ch" forName="Parent3" refType="w" fact="0.14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2865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Parent5" refType="w" fact="0.2865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1432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Parent6" refType="w" fact="0.1432"/>
              <dgm:constr type="t" for="ch" forName="Parent6" refType="h" fact="0.0217"/>
              <dgm:constr type="w" for="ch" forName="Parent6" refType="w" fact="0.1432"/>
              <dgm:constr type="h" for="ch" forName="Parent6" refType="h" fact="0.1958"/>
              <dgm:constr type="l" for="ch" forName="ChildAccent7" refType="w" fact="0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Parent7" refType="w" fact="0"/>
              <dgm:constr type="t" for="ch" forName="Parent7" refType="h" fact="0"/>
              <dgm:constr type="w" for="ch" forName="Parent7" refType="w" fact="0.1432"/>
              <dgm:constr type="h" for="ch" forName="Parent7" refType="h" fact="0.2175"/>
            </dgm:constrLst>
          </dgm:else>
        </dgm:choose>
      </dgm:else>
    </dgm:choose>
    <dgm:forEach name="wrapper" axis="self" ptType="parTrans">
      <dgm:forEach name="accentRepeat" axis="self">
        <dgm:layoutNode name="ChildAccent" styleLbl="alignImgPlace1">
          <dgm:alg type="sp"/>
          <dgm:choose name="Name20">
            <dgm:if name="Name21" axis="followSib" ptType="node" func="cnt" op="equ" val="0">
              <dgm:shape xmlns:r="http://schemas.openxmlformats.org/officeDocument/2006/relationships" type="wedgeRectCallout" r:blip="">
                <dgm:adjLst>
                  <dgm:adj idx="1" val="0"/>
                  <dgm:adj idx="2" val="0"/>
                </dgm:adjLst>
              </dgm:shape>
            </dgm:if>
            <dgm:else name="Name22">
              <dgm:choose name="Name23">
                <dgm:if name="Name24" axis="precedSib" ptType="node" func="cnt" op="equ" val="6">
                  <dgm:shape xmlns:r="http://schemas.openxmlformats.org/officeDocument/2006/relationships" type="wedgeRectCallout" r:blip="">
                    <dgm:adjLst>
                      <dgm:adj idx="1" val="0"/>
                      <dgm:adj idx="2" val="0"/>
                    </dgm:adjLst>
                  </dgm:shape>
                </dgm:if>
                <dgm:else name="Name25">
                  <dgm:choose name="Name26">
                    <dgm:if name="Name27" func="var" arg="dir" op="equ" val="norm">
                      <dgm:shape xmlns:r="http://schemas.openxmlformats.org/officeDocument/2006/relationships" type="wedgeRectCallout" r:blip="">
                        <dgm:adjLst>
                          <dgm:adj idx="1" val="0.625"/>
                          <dgm:adj idx="2" val="0.2083"/>
                        </dgm:adjLst>
                      </dgm:shape>
                    </dgm:if>
                    <dgm:else name="Name28">
                      <dgm:shape xmlns:r="http://schemas.openxmlformats.org/officeDocument/2006/relationships" type="wedgeRectCallout" r:blip="">
                        <dgm:adjLst>
                          <dgm:adj idx="1" val="-0.625"/>
                          <dgm:adj idx="2" val="0.2083"/>
                        </dgm:adjLst>
                      </dgm:shape>
                    </dgm:else>
                  </dgm:choose>
                </dgm:else>
              </dgm:choose>
            </dgm:else>
          </dgm:choose>
          <dgm:presOf axis="des" ptType="node"/>
        </dgm:layoutNode>
      </dgm:forEach>
    </dgm:forEach>
    <dgm:forEach name="Name29" axis="ch" ptType="node" st="7" cnt="1">
      <dgm:layoutNode name="ChildAccent7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7" styleLbl="revTx">
        <dgm:varLst>
          <dgm:chMax val="0"/>
          <dgm:chPref val="0"/>
          <dgm:bulletEnabled val="1"/>
        </dgm:varLst>
        <dgm:choose name="Name31">
          <dgm:if name="Name3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7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4" axis="ch" ptType="node" st="6" cnt="1">
      <dgm:layoutNode name="ChildAccent6">
        <dgm:alg type="sp"/>
        <dgm:shape xmlns:r="http://schemas.openxmlformats.org/officeDocument/2006/relationships" r:blip="">
          <dgm:adjLst/>
        </dgm:shape>
        <dgm:presOf/>
        <dgm:constrLst/>
        <dgm:forEach name="Name35" ref="accentRepeat"/>
      </dgm:layoutNode>
      <dgm:layoutNode name="Child6" styleLbl="revTx">
        <dgm:varLst>
          <dgm:chMax val="0"/>
          <dgm:chPref val="0"/>
          <dgm:bulletEnabled val="1"/>
        </dgm:varLst>
        <dgm:choose name="Name36">
          <dgm:if name="Name3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6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9" axis="ch" ptType="node" st="5" cnt="1">
      <dgm:layoutNode name="ChildAccent5">
        <dgm:alg type="sp"/>
        <dgm:shape xmlns:r="http://schemas.openxmlformats.org/officeDocument/2006/relationships" r:blip="">
          <dgm:adjLst/>
        </dgm:shape>
        <dgm:presOf/>
        <dgm:constrLst/>
        <dgm:forEach name="Name40" ref="accentRepeat"/>
      </dgm:layoutNode>
      <dgm:layoutNode name="Child5" styleLbl="revTx">
        <dgm:varLst>
          <dgm:chMax val="0"/>
          <dgm:chPref val="0"/>
          <dgm:bulletEnabled val="1"/>
        </dgm:varLst>
        <dgm:choose name="Name41">
          <dgm:if name="Name4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5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4" axis="ch" ptType="node" st="4" cnt="1">
      <dgm:layoutNode name="ChildAccent4">
        <dgm:alg type="sp"/>
        <dgm:shape xmlns:r="http://schemas.openxmlformats.org/officeDocument/2006/relationships" r:blip="">
          <dgm:adjLst/>
        </dgm:shape>
        <dgm:presOf/>
        <dgm:constrLst/>
        <dgm:forEach name="Name45" ref="accentRepeat"/>
      </dgm:layoutNode>
      <dgm:layoutNode name="Child4" styleLbl="revTx">
        <dgm:varLst>
          <dgm:chMax val="0"/>
          <dgm:chPref val="0"/>
          <dgm:bulletEnabled val="1"/>
        </dgm:varLst>
        <dgm:choose name="Name46">
          <dgm:if name="Name4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4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9" axis="ch" ptType="node" st="3" cnt="1">
      <dgm:layoutNode name="ChildAccent3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Child3" styleLbl="revTx">
        <dgm:varLst>
          <dgm:chMax val="0"/>
          <dgm:chPref val="0"/>
          <dgm:bulletEnabled val="1"/>
        </dgm:varLst>
        <dgm:choose name="Name51">
          <dgm:if name="Name5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3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4" axis="ch" ptType="node" st="2" cnt="1">
      <dgm:layoutNode name="ChildAccent2">
        <dgm:alg type="sp"/>
        <dgm:shape xmlns:r="http://schemas.openxmlformats.org/officeDocument/2006/relationships" r:blip="">
          <dgm:adjLst/>
        </dgm:shape>
        <dgm:presOf/>
        <dgm:constrLst/>
        <dgm:forEach name="Name55" ref="accentRepeat"/>
      </dgm:layoutNode>
      <dgm:layoutNode name="Child2" styleLbl="revTx">
        <dgm:varLst>
          <dgm:chMax val="0"/>
          <dgm:chPref val="0"/>
          <dgm:bulletEnabled val="1"/>
        </dgm:varLst>
        <dgm:choose name="Name56">
          <dgm:if name="Name5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2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9" axis="ch" ptType="node" cnt="1">
      <dgm:layoutNode name="ChildAccent1">
        <dgm:alg type="sp"/>
        <dgm:shape xmlns:r="http://schemas.openxmlformats.org/officeDocument/2006/relationships" r:blip="">
          <dgm:adjLst/>
        </dgm:shape>
        <dgm:presOf/>
        <dgm:constrLst/>
        <dgm:forEach name="Name60" ref="accentRepeat"/>
      </dgm:layoutNode>
      <dgm:layoutNode name="Child1" styleLbl="revTx">
        <dgm:varLst>
          <dgm:chMax val="0"/>
          <dgm:chPref val="0"/>
          <dgm:bulletEnabled val="1"/>
        </dgm:varLst>
        <dgm:choose name="Name61">
          <dgm:if name="Name6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6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1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t>23/03/2026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450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81556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45634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EB448-544F-1163-CF6D-D801EF6DA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40B45-37FF-28D2-69C1-D8842A0F2E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1B0F3-96B9-62B2-E1C5-4D3D4823B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B3F67-E836-5AA2-B32D-A0C3A9333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EEA5E-DC19-ABCD-6267-C545BA77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9472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0CDE-F21A-AC1C-7DD9-906370B0F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39EE0-A89B-B238-94A4-DB32BBD14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BAB674-71DE-8BA7-9D0E-C99F6B3C0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pPr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2554B-0ACB-E334-5BBE-7A83BFE37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062A5-E36B-5C05-6C36-F8372F2C1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55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CC90-B089-5E25-D480-B40D5123B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71185-327E-E435-EB8B-F143CAF78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DDF86-F686-ACE8-6852-5CEADD9A2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58F106-1FED-5AA1-CFDF-7FE210507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5F0D7-F550-D351-1F6B-36B665CA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203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98191-3055-3CE7-ABAB-BF5225568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F01E-C1BB-CFE3-1062-5A8CAD20F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F16ED-635D-3C12-AE3C-37A43EAF1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0B84D-A3CA-9B7E-B7BB-4C18C1812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881B66-06CA-0AE9-B95B-21A45DC5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B7665D-74F3-FC85-8C37-77F440223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9702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306E-11E1-8AB1-AF32-6F074D3C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E7AAE-4628-F916-89C8-10A970EC9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D7C0B7-4F02-5995-1FB1-8FB2DD1259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504026-A61A-C06F-3EA6-94F595A47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FF7FD0-380B-75A4-D9B0-F7EBC341D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0AA233-A9EB-E98D-4DDF-BC4B7280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E8074-1361-E322-F42C-F5D714099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B9FECA-EE46-D87A-F259-E8022C36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3430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B92FB-DA41-9013-AE3A-5882CEEE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620A1-C0CA-1D0E-E85E-5C1326F8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3BD8B1-5363-075D-CDCC-8CAC0A6A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E4555F-1DC7-94CF-74D7-21521EE93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682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497F04-5F5B-E4F7-0A48-A1FBAC01C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DCC3BA-DF88-8CE4-AB31-983A3C796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7982A-25A2-0FA2-0BC4-48C8775F8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3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17936-1384-3D53-34C7-E638688EF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08029-8ADE-BDA5-4C8D-31C361556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6CB47A-C96A-8918-E1EB-9A8DBEC7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65CB0D-C5CF-96B6-5923-222D7E403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0E17E-D21B-9F95-DB42-019C9AB18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31A4E0-3F3F-3857-C2B7-EEDD3DF99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392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EDF05-F2AE-B072-8E2E-CB4CF5B08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0EF8F1-DFA6-282F-E8CD-83826A12E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08D68-B430-9A5B-4A9B-8549EA20A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002EBD-67C3-A4B8-A83C-896997C5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00B68-5333-C602-6799-3D1B2E43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4925F4-1AF9-E8B5-0534-4714B5FA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996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011F1-D172-AE20-8D21-0A938E210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E52B7-EB5E-AF2A-3525-5B4BBFD15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D7DCF-1783-47F8-CDB8-8B7167ECD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968A7-C083-F20B-0369-2067E75DE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5429C-96E8-1064-0F87-6D95D15F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761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A47F57-697A-B97E-DD3A-2910D126C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3F252A-D3F9-0BB4-D962-668169761B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93D65-8824-8EBE-4CB8-E4D7750F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1EA1BA-06A5-9F5B-136C-80EDFD72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3C8CA-61F8-0704-0F6E-DDDD2B998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782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09843D-C7AC-7DCA-D2A1-30C29BBA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A0867-11DA-F019-8907-1B3D8BD7C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DD53F-CA45-CCAE-9ADB-5B0F61393A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1FF70-F320-3E09-D811-B610D38CEA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47EA-7073-9466-0549-46E86F1C8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94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ida-Fathima/sem8-CSE_7302_academic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w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 txBox="1">
            <a:spLocks/>
          </p:cNvSpPr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17365D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CSE7302 - INTERNSHIP</a:t>
            </a:r>
            <a:b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Review-3 Presentation 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Multi-Agent MDR for AI SOC</a:t>
            </a:r>
          </a:p>
        </p:txBody>
      </p:sp>
      <p:sp>
        <p:nvSpPr>
          <p:cNvPr id="2" name="Google Shape;90;p13">
            <a:extLst>
              <a:ext uri="{FF2B5EF4-FFF2-40B4-BE49-F238E27FC236}">
                <a16:creationId xmlns:a16="http://schemas.microsoft.com/office/drawing/2014/main" id="{58FEE183-B8E0-3DB5-24EA-609A8A42658C}"/>
              </a:ext>
            </a:extLst>
          </p:cNvPr>
          <p:cNvSpPr txBox="1"/>
          <p:nvPr/>
        </p:nvSpPr>
        <p:spPr>
          <a:xfrm>
            <a:off x="6256002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ctr">
              <a:buClr>
                <a:srgbClr val="17365D"/>
              </a:buClr>
              <a:buSzPts val="2000"/>
            </a:pPr>
            <a:r>
              <a:rPr lang="en-US" sz="24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ctr">
              <a:spcBef>
                <a:spcPts val="400"/>
              </a:spcBef>
              <a:buClr>
                <a:srgbClr val="17365D"/>
              </a:buClr>
              <a:buSzPts val="2000"/>
            </a:pPr>
            <a:endParaRPr lang="en-US" sz="2400" b="1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 algn="ctr">
              <a:spcBef>
                <a:spcPts val="340"/>
              </a:spcBef>
              <a:buClr>
                <a:srgbClr val="17365D"/>
              </a:buClr>
              <a:buSzPts val="1700"/>
            </a:pPr>
            <a:r>
              <a:rPr lang="en-US" sz="20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Vijayakumar Adaickalam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ctr">
              <a:spcBef>
                <a:spcPts val="340"/>
              </a:spcBef>
              <a:buClr>
                <a:srgbClr val="17365D"/>
              </a:buClr>
              <a:buSzPts val="1700"/>
            </a:pPr>
            <a:r>
              <a:rPr lang="en-US" sz="20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Professor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ctr">
              <a:spcBef>
                <a:spcPts val="340"/>
              </a:spcBef>
              <a:buClr>
                <a:srgbClr val="17365D"/>
              </a:buClr>
              <a:buSzPts val="1700"/>
            </a:pPr>
            <a:r>
              <a:rPr lang="en-US" sz="20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School of CSE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ctr">
              <a:spcBef>
                <a:spcPts val="340"/>
              </a:spcBef>
              <a:buClr>
                <a:srgbClr val="17365D"/>
              </a:buClr>
              <a:buSzPts val="1700"/>
            </a:pPr>
            <a:r>
              <a:rPr lang="en-US" sz="20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555187-20A1-8455-F15F-56585EF8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712167"/>
              </p:ext>
            </p:extLst>
          </p:nvPr>
        </p:nvGraphicFramePr>
        <p:xfrm>
          <a:off x="614447" y="2178963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689928737"/>
                    </a:ext>
                  </a:extLst>
                </a:gridCol>
                <a:gridCol w="3950282">
                  <a:extLst>
                    <a:ext uri="{9D8B030D-6E8A-4147-A177-3AD203B41FA5}">
                      <a16:colId xmlns:a16="http://schemas.microsoft.com/office/drawing/2014/main" val="396553873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10531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Hida Fathima P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5408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20221CAI0002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550948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8 SIC 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268189"/>
                  </a:ext>
                </a:extLst>
              </a:tr>
            </a:tbl>
          </a:graphicData>
        </a:graphic>
      </p:graphicFrame>
      <p:sp>
        <p:nvSpPr>
          <p:cNvPr id="4" name="Google Shape;91;p13">
            <a:extLst>
              <a:ext uri="{FF2B5EF4-FFF2-40B4-BE49-F238E27FC236}">
                <a16:creationId xmlns:a16="http://schemas.microsoft.com/office/drawing/2014/main" id="{0C45F909-6CFF-FF7A-267E-3CDE116D3CF6}"/>
              </a:ext>
            </a:extLst>
          </p:cNvPr>
          <p:cNvSpPr txBox="1"/>
          <p:nvPr/>
        </p:nvSpPr>
        <p:spPr>
          <a:xfrm>
            <a:off x="98536" y="4141853"/>
            <a:ext cx="1196228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</a:t>
            </a:r>
            <a:r>
              <a:rPr lang="en-US" sz="2000" b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B.Tech – CSE(AI&amp;ML)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</a:t>
            </a:r>
            <a:r>
              <a:rPr lang="en-US" sz="2000" b="1" dirty="0" err="1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HoD</a:t>
            </a: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: </a:t>
            </a:r>
            <a:r>
              <a:rPr lang="en-US" sz="2000" b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 Zafar Ali Khan 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Internship Coordinator: </a:t>
            </a:r>
            <a:r>
              <a:rPr lang="en-US" sz="2000" b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Anandan B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Internship Coordinator: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Md Ziaur Rahman</a:t>
            </a:r>
          </a:p>
        </p:txBody>
      </p:sp>
    </p:spTree>
    <p:extLst>
      <p:ext uri="{BB962C8B-B14F-4D97-AF65-F5344CB8AC3E}">
        <p14:creationId xmlns:p14="http://schemas.microsoft.com/office/powerpoint/2010/main" val="3066724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377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Proposed System/Work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Implementation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940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045031"/>
            <a:ext cx="10515600" cy="4193176"/>
          </a:xfrm>
        </p:spPr>
        <p:txBody>
          <a:bodyPr>
            <a:normAutofit/>
          </a:bodyPr>
          <a:lstStyle/>
          <a:p>
            <a:pPr marL="0" lvl="0" indent="0" algn="just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a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cybersecurity-focused technology consulting and services company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helps organizations strengthen their security posture and resilience against emerging threats. </a:t>
            </a:r>
          </a:p>
          <a:p>
            <a:pPr marL="0" lvl="0" indent="0" algn="just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Their solutions are built using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technologies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including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AI, Machine Learning, scalable analytics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future-proof platforms to enhance detection, defense and response capabilities in real time. </a:t>
            </a:r>
          </a:p>
          <a:p>
            <a:pPr marL="0" lvl="0" indent="0" algn="just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company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emphasises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customer-centricity, innovation, flexibility and business-aligned solutions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all its offerings.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7234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endParaRPr lang="en-US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 (Security Operations Center):</a:t>
            </a:r>
            <a:b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9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Introduced to log monitoring, incident detection, and alert triage workflows.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Agent Capabilities:</a:t>
            </a:r>
            <a:b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9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Worked on building a Managed Detection and Response (MDR) system enhanced with AI agent–based threat analysis and automation.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31529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marL="0" indent="0">
              <a:buNone/>
            </a:pP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Reporting Manager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  AVP – Technology &amp; Services</a:t>
            </a:r>
          </a:p>
          <a:p>
            <a:pPr marL="0" indent="0">
              <a:buNone/>
            </a:pP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Team: 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41639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and working with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tools, platforms, and advanced security workflows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Applying theoretical concepts to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organizational and industry use cases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Adapting to a new technical domain combining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and Cybersecurity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91325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Interoperability: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Develop a vendor-agnostic AI agent (using MCP) that translates natural language threats into executable queries for </a:t>
            </a:r>
            <a:r>
              <a:rPr lang="en-US" altLang="en-US" sz="19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any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SIEM (Splunk, Sentinel, etc.) automatically.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Automation: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Eliminate manual redundancy by implementing a "Write Once, Deploy Everywhere" framework that instantly propagates security rules across multiple tenants.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Proactive Threat Hunting: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Shift operations from reactive to proactive by deploying autonomous agents that continuously search for and correlate hidden threats before alerts trigger.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Privacy-First Intelligence: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Ensure strict data compliance by integrating real-time PII/sensitive data sanitization, allowing safe AI analysis without exposing client secrets.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29061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B690189-51A5-B610-EFD9-C77E480F025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996633" y="1184275"/>
          <a:ext cx="7951808" cy="440051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987952">
                  <a:extLst>
                    <a:ext uri="{9D8B030D-6E8A-4147-A177-3AD203B41FA5}">
                      <a16:colId xmlns:a16="http://schemas.microsoft.com/office/drawing/2014/main" val="3404816659"/>
                    </a:ext>
                  </a:extLst>
                </a:gridCol>
                <a:gridCol w="1987952">
                  <a:extLst>
                    <a:ext uri="{9D8B030D-6E8A-4147-A177-3AD203B41FA5}">
                      <a16:colId xmlns:a16="http://schemas.microsoft.com/office/drawing/2014/main" val="3499765622"/>
                    </a:ext>
                  </a:extLst>
                </a:gridCol>
                <a:gridCol w="1987952">
                  <a:extLst>
                    <a:ext uri="{9D8B030D-6E8A-4147-A177-3AD203B41FA5}">
                      <a16:colId xmlns:a16="http://schemas.microsoft.com/office/drawing/2014/main" val="1575481048"/>
                    </a:ext>
                  </a:extLst>
                </a:gridCol>
                <a:gridCol w="1987952">
                  <a:extLst>
                    <a:ext uri="{9D8B030D-6E8A-4147-A177-3AD203B41FA5}">
                      <a16:colId xmlns:a16="http://schemas.microsoft.com/office/drawing/2014/main" val="1304301390"/>
                    </a:ext>
                  </a:extLst>
                </a:gridCol>
              </a:tblGrid>
              <a:tr h="1976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 Title &amp; Year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Area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Innovation / Finding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Relevance to Your Project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1848528834"/>
                  </a:ext>
                </a:extLst>
              </a:tr>
              <a:tr h="111745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b="1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"</a:t>
                      </a:r>
                      <a:r>
                        <a:rPr lang="en-US" sz="900" b="1" dirty="0" err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RulePilot</a:t>
                      </a:r>
                      <a:r>
                        <a:rPr lang="en-US" sz="900" b="1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An LLM-Powered Agent for Security Rule Generation"</a:t>
                      </a: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(2025, </a:t>
                      </a:r>
                      <a:r>
                        <a:rPr lang="en-US" sz="900" dirty="0" err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arXiv</a:t>
                      </a: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Agentic AI &amp; Interoperability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Proposed "RulePilot," an autonomous agent that translates high-level threat descriptions into executable rules for specific SIEMs (Splunk/Sentinel) with 95%+ syntax accuracy.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 proves that agents can handle the "translation" layer between abstract threats and vendor-specific code.</a:t>
                      </a: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4235775617"/>
                  </a:ext>
                </a:extLst>
              </a:tr>
              <a:tr h="111745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"Towards Small Language Models for Security Query Generation in SOC Workflows"</a:t>
                      </a: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(2025, DART Lab)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Query Generation (NL-to-Code)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Demonstrated that specialized "Small" Language Models (SLMs) combined with a "Schema Refiner" can generate accurate KQL/SPL queries cheaper and faster than giant models like GPT-4.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 shows that giving the AI the schema (context) is more important than just having a big model.</a:t>
                      </a: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658755183"/>
                  </a:ext>
                </a:extLst>
              </a:tr>
              <a:tr h="98395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"Casper: Prompt Sanitization for Protecting User Privacy in Web-Based LLMs"</a:t>
                      </a: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(2025, ResearchGate)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Privacy &amp; Sanitization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Introduced a "Gatekeeper" architecture where a lightweight local model sanitizes sensitive PII (Redact/Replace) before sending the prompt to a cloud LLM.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Thw6privacy approach is a recognized, academic best practice.</a:t>
                      </a: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1888256020"/>
                  </a:ext>
                </a:extLst>
              </a:tr>
              <a:tr h="98395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"LLMs in the SOC: An Empirical Study of Human-AI Collaboration"</a:t>
                      </a: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(2025, USENIX/ResearchGate)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Human-AI Collaboration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Analyzed 3,000+ analyst queries and found that analysts prefer AI for "low-level translation" (e.g., "what does this error mean?") but struggle with "contextless" answers.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Justifies your shift from </a:t>
                      </a:r>
                      <a:r>
                        <a:rPr lang="en-US" sz="900" b="1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"Chatbot" to "Agent."</a:t>
                      </a: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It highlights that simple chat is not enough; the AI needs context and autonomy to be truly useful in a SOC.</a:t>
                      </a: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2449885603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2927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/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CE0DCC-4520-AFF9-E624-83B8BD2FFFDA}"/>
              </a:ext>
            </a:extLst>
          </p:cNvPr>
          <p:cNvSpPr txBox="1"/>
          <p:nvPr/>
        </p:nvSpPr>
        <p:spPr>
          <a:xfrm>
            <a:off x="838200" y="1161906"/>
            <a:ext cx="609696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1900" i="0" dirty="0">
                <a:solidFill>
                  <a:srgbClr val="373D49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Multi-Agent Architecture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68CC79-ED46-987C-0195-CDD4C3EC0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050" y="1088390"/>
            <a:ext cx="5295900" cy="468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250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68D7C55-7F65-28DF-343D-0E72465536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1" y="1193967"/>
            <a:ext cx="1077173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Overwhelming Alert Fatigue: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Security Operations Centers (SOCs) are drowning in thousands of daily network alerts and high false-positive rates, leading to severe cognitive overload and analyst burnout.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Critical Response Latency: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Manual "swivel-chair" triage takes an average of 15 to 25 minutes per incident, dangerously inflating Mean Time to Detect (MTTD) and Mean Time to Respond (MTTR) against machine-speed attacks.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The Expertise Bottleneck: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Translating raw attack telemetry into deployable, vendor-specific defense scripts (e.g., YARA-L, FQL) requires senior-level syntax experience, severely limiting the scalability of junior analysts.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AI Data Privacy Risks: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Attempting to automate this triage by feeding logs into public Generative AI platforms exposes highly confidential corporate data, violating strict GDPR and SOC 2 compliance standards.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4056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Proposed System/Work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1B6673-B1F4-2D9A-50A2-4C4C7B7DBFA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24405" y="1184276"/>
            <a:ext cx="5257800" cy="4404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1.Automated Threat Detection &amp; Response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Detects new malware patterns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detection rules automatically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Deploys across all customer tenants in minutes (not hours)</a:t>
            </a:r>
          </a:p>
          <a:p>
            <a:pPr marL="0" indent="0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Cross-Tenant Rule Management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rule creation → 10 tenant deployments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customization per tenant environment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Version tracking &amp; rollback support</a:t>
            </a:r>
          </a:p>
          <a:p>
            <a:pPr marL="0" indent="0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SIEM-Agnostic Detection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logic works for Google SecOps and CrowdStrike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AFB2C2-F3F5-AF75-3086-2AED0EE05E8B}"/>
              </a:ext>
            </a:extLst>
          </p:cNvPr>
          <p:cNvSpPr txBox="1"/>
          <p:nvPr/>
        </p:nvSpPr>
        <p:spPr>
          <a:xfrm>
            <a:off x="5989900" y="1184276"/>
            <a:ext cx="6082496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Converts rule formats automatically (UDM ↔ CrowdStrike Query)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threat intelligence</a:t>
            </a:r>
            <a:endParaRPr lang="en-US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Analyst Assistance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“Hey agent, what’s this suspicious process doing?”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“Create a rule to detect this lateral movement pattern”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“Deploy this rule to all tenants using Windows Server”</a:t>
            </a:r>
          </a:p>
          <a:p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Threat Hunting Automation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Proactive searches across tenants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 correlation across different environments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reporting</a:t>
            </a:r>
          </a:p>
          <a:p>
            <a:endParaRPr lang="en-IN" sz="1900" dirty="0"/>
          </a:p>
        </p:txBody>
      </p:sp>
    </p:spTree>
    <p:extLst>
      <p:ext uri="{BB962C8B-B14F-4D97-AF65-F5344CB8AC3E}">
        <p14:creationId xmlns:p14="http://schemas.microsoft.com/office/powerpoint/2010/main" val="3985529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A1C6B4-2DCF-485F-617C-444A77522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6914" y="1788288"/>
            <a:ext cx="6149803" cy="3796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432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218" y="1365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Implementation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BD355D-F44C-D09F-5F9C-DD6AC8479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287" y="2786605"/>
            <a:ext cx="6660662" cy="2355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617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 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graphicFrame>
        <p:nvGraphicFramePr>
          <p:cNvPr id="7" name="Content Placeholder 7"/>
          <p:cNvGraphicFramePr>
            <a:graphicFrameLocks/>
          </p:cNvGraphicFramePr>
          <p:nvPr/>
        </p:nvGraphicFramePr>
        <p:xfrm>
          <a:off x="838200" y="1210491"/>
          <a:ext cx="10515600" cy="40581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91AC10DA-923A-873C-7A3D-8A807D548A87}"/>
              </a:ext>
            </a:extLst>
          </p:cNvPr>
          <p:cNvGrpSpPr/>
          <p:nvPr/>
        </p:nvGrpSpPr>
        <p:grpSpPr>
          <a:xfrm>
            <a:off x="6788552" y="1957292"/>
            <a:ext cx="2513635" cy="2862322"/>
            <a:chOff x="6788552" y="1957292"/>
            <a:chExt cx="2513635" cy="286232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890241-CE98-C576-5FF3-16AD08631C80}"/>
                </a:ext>
              </a:extLst>
            </p:cNvPr>
            <p:cNvSpPr txBox="1"/>
            <p:nvPr/>
          </p:nvSpPr>
          <p:spPr>
            <a:xfrm>
              <a:off x="6788552" y="1957292"/>
              <a:ext cx="119798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b="1" dirty="0"/>
                <a:t>Active Contribution</a:t>
              </a:r>
            </a:p>
            <a:p>
              <a:r>
                <a:rPr lang="en-US" sz="1000" dirty="0"/>
                <a:t>Working on </a:t>
              </a:r>
              <a:r>
                <a:rPr lang="en-US" sz="1000" b="1" dirty="0"/>
                <a:t>assigned tasks or sub-modules</a:t>
              </a:r>
              <a:r>
                <a:rPr lang="en-US" sz="1000" dirty="0"/>
                <a:t> within the team</a:t>
              </a:r>
            </a:p>
            <a:p>
              <a:r>
                <a:rPr lang="en-US" sz="1000" dirty="0"/>
                <a:t>Assisting in </a:t>
              </a:r>
              <a:r>
                <a:rPr lang="en-US" sz="1000" b="1" dirty="0"/>
                <a:t>analysis, implementation, or testing</a:t>
              </a:r>
              <a:r>
                <a:rPr lang="en-US" sz="1000" dirty="0"/>
                <a:t> of AI-driven cybersecurity solutions</a:t>
              </a:r>
            </a:p>
            <a:p>
              <a:r>
                <a:rPr lang="en-US" sz="1000" dirty="0"/>
                <a:t>Gaining practical exposure to </a:t>
              </a:r>
              <a:r>
                <a:rPr lang="en-US" sz="1000" b="1" dirty="0"/>
                <a:t>industry workflows and best practices</a:t>
              </a:r>
              <a:endParaRPr 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DCA50A5-D018-96ED-968D-DDF42F7779FA}"/>
                </a:ext>
              </a:extLst>
            </p:cNvPr>
            <p:cNvSpPr txBox="1"/>
            <p:nvPr/>
          </p:nvSpPr>
          <p:spPr>
            <a:xfrm>
              <a:off x="8104207" y="2049100"/>
              <a:ext cx="1197980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b="1" dirty="0"/>
                <a:t>Outcome</a:t>
              </a:r>
            </a:p>
            <a:p>
              <a:r>
                <a:rPr lang="en-US" sz="1000" dirty="0"/>
                <a:t>Developed a </a:t>
              </a:r>
              <a:r>
                <a:rPr lang="en-US" sz="1000" b="1" dirty="0"/>
                <a:t>strong foundation in AI and Cybersecurity concepts</a:t>
              </a:r>
              <a:endParaRPr lang="en-US" sz="1000" dirty="0"/>
            </a:p>
            <a:p>
              <a:r>
                <a:rPr lang="en-US" sz="1000" dirty="0"/>
                <a:t>Gained </a:t>
              </a:r>
              <a:r>
                <a:rPr lang="en-US" sz="1000" b="1" dirty="0"/>
                <a:t>practical exposure to tools, workflows, and real-world problem-solving</a:t>
              </a:r>
              <a:endParaRPr lang="en-US" sz="1000" dirty="0"/>
            </a:p>
            <a:p>
              <a:r>
                <a:rPr lang="en-US" sz="1000" dirty="0"/>
                <a:t>Improved technical, analytical, and professional skills through hands-on experience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7437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https://github.com/Hida-Fathima/sem8-CSE_7302_academics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621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6600" dirty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16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75465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96605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7024</TotalTime>
  <Words>1247</Words>
  <Application>Microsoft Office PowerPoint</Application>
  <PresentationFormat>Widescreen</PresentationFormat>
  <Paragraphs>157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Calibri Light</vt:lpstr>
      <vt:lpstr>Cambria</vt:lpstr>
      <vt:lpstr>Times New Roman</vt:lpstr>
      <vt:lpstr>Verdana</vt:lpstr>
      <vt:lpstr>Wingdings</vt:lpstr>
      <vt:lpstr>Office Theme</vt:lpstr>
      <vt:lpstr>PowerPoint Presentation</vt:lpstr>
      <vt:lpstr>Content</vt:lpstr>
      <vt:lpstr>About Company or Organization</vt:lpstr>
      <vt:lpstr>Working domain or the technology</vt:lpstr>
      <vt:lpstr>About your team and reporting Manager</vt:lpstr>
      <vt:lpstr>Challenges Faced in Internship</vt:lpstr>
      <vt:lpstr>Objectives of the work</vt:lpstr>
      <vt:lpstr>Literature Review</vt:lpstr>
      <vt:lpstr>Proposed System / Work</vt:lpstr>
      <vt:lpstr>Problem Statement</vt:lpstr>
      <vt:lpstr>Advantages of Proposed System/Work</vt:lpstr>
      <vt:lpstr>System Design</vt:lpstr>
      <vt:lpstr>System Implementation</vt:lpstr>
      <vt:lpstr>Internship Road Map</vt:lpstr>
      <vt:lpstr>Github Link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Hida Fathima P H</cp:lastModifiedBy>
  <cp:revision>720</cp:revision>
  <dcterms:created xsi:type="dcterms:W3CDTF">2022-10-14T07:18:17Z</dcterms:created>
  <dcterms:modified xsi:type="dcterms:W3CDTF">2026-03-23T10:09:52Z</dcterms:modified>
</cp:coreProperties>
</file>
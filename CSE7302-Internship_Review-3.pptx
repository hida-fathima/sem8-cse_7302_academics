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79" r:id="rId4"/>
    <p:sldId id="281" r:id="rId5"/>
    <p:sldId id="282" r:id="rId6"/>
    <p:sldId id="283" r:id="rId7"/>
    <p:sldId id="284" r:id="rId8"/>
    <p:sldId id="271" r:id="rId9"/>
    <p:sldId id="286" r:id="rId10"/>
    <p:sldId id="288" r:id="rId11"/>
    <p:sldId id="276" r:id="rId12"/>
    <p:sldId id="277" r:id="rId13"/>
    <p:sldId id="289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 Fathima P H" userId="e710a13aaa5890fd" providerId="LiveId" clId="{59A81BD8-8BCA-49BF-B801-4AB6E1801771}"/>
    <pc:docChg chg="undo custSel addSld delSld modSld">
      <pc:chgData name="Hida Fathima P H" userId="e710a13aaa5890fd" providerId="LiveId" clId="{59A81BD8-8BCA-49BF-B801-4AB6E1801771}" dt="2026-03-23T10:11:40.575" v="373" actId="47"/>
      <pc:docMkLst>
        <pc:docMk/>
      </pc:docMkLst>
      <pc:sldChg chg="addSp delSp modSp mod">
        <pc:chgData name="Hida Fathima P H" userId="e710a13aaa5890fd" providerId="LiveId" clId="{59A81BD8-8BCA-49BF-B801-4AB6E1801771}" dt="2026-03-23T10:08:42.555" v="365" actId="20577"/>
        <pc:sldMkLst>
          <pc:docMk/>
          <pc:sldMk cId="3066724582" sldId="259"/>
        </pc:sldMkLst>
        <pc:spChg chg="add mod">
          <ac:chgData name="Hida Fathima P H" userId="e710a13aaa5890fd" providerId="LiveId" clId="{59A81BD8-8BCA-49BF-B801-4AB6E1801771}" dt="2026-02-27T15:35:08.217" v="174" actId="1076"/>
          <ac:spMkLst>
            <pc:docMk/>
            <pc:sldMk cId="3066724582" sldId="259"/>
            <ac:spMk id="2" creationId="{58FEE183-B8E0-3DB5-24EA-609A8A42658C}"/>
          </ac:spMkLst>
        </pc:spChg>
        <pc:spChg chg="add mod">
          <ac:chgData name="Hida Fathima P H" userId="e710a13aaa5890fd" providerId="LiveId" clId="{59A81BD8-8BCA-49BF-B801-4AB6E1801771}" dt="2026-02-27T15:35:43.085" v="188" actId="1036"/>
          <ac:spMkLst>
            <pc:docMk/>
            <pc:sldMk cId="3066724582" sldId="259"/>
            <ac:spMk id="4" creationId="{0C45F909-6CFF-FF7A-267E-3CDE116D3CF6}"/>
          </ac:spMkLst>
        </pc:spChg>
        <pc:spChg chg="mod">
          <ac:chgData name="Hida Fathima P H" userId="e710a13aaa5890fd" providerId="LiveId" clId="{59A81BD8-8BCA-49BF-B801-4AB6E1801771}" dt="2026-03-23T10:08:42.555" v="365" actId="20577"/>
          <ac:spMkLst>
            <pc:docMk/>
            <pc:sldMk cId="3066724582" sldId="259"/>
            <ac:spMk id="9" creationId="{00000000-0000-0000-0000-000000000000}"/>
          </ac:spMkLst>
        </pc:spChg>
        <pc:graphicFrameChg chg="add mod">
          <ac:chgData name="Hida Fathima P H" userId="e710a13aaa5890fd" providerId="LiveId" clId="{59A81BD8-8BCA-49BF-B801-4AB6E1801771}" dt="2026-02-27T15:35:21.722" v="177" actId="1076"/>
          <ac:graphicFrameMkLst>
            <pc:docMk/>
            <pc:sldMk cId="3066724582" sldId="259"/>
            <ac:graphicFrameMk id="3" creationId="{E2555187-20A1-8455-F15F-56585EF8E182}"/>
          </ac:graphicFrameMkLst>
        </pc:graphicFrameChg>
      </pc:sldChg>
      <pc:sldChg chg="modSp mod">
        <pc:chgData name="Hida Fathima P H" userId="e710a13aaa5890fd" providerId="LiveId" clId="{59A81BD8-8BCA-49BF-B801-4AB6E1801771}" dt="2026-03-03T06:59:34.111" v="298"/>
        <pc:sldMkLst>
          <pc:docMk/>
          <pc:sldMk cId="295621377" sldId="267"/>
        </pc:sldMkLst>
        <pc:spChg chg="mod">
          <ac:chgData name="Hida Fathima P H" userId="e710a13aaa5890fd" providerId="LiveId" clId="{59A81BD8-8BCA-49BF-B801-4AB6E1801771}" dt="2026-03-03T06:59:34.111" v="298"/>
          <ac:spMkLst>
            <pc:docMk/>
            <pc:sldMk cId="295621377" sldId="267"/>
            <ac:spMk id="3" creationId="{00000000-0000-0000-0000-000000000000}"/>
          </ac:spMkLst>
        </pc:spChg>
      </pc:sldChg>
      <pc:sldChg chg="modSp add del mod">
        <pc:chgData name="Hida Fathima P H" userId="e710a13aaa5890fd" providerId="LiveId" clId="{59A81BD8-8BCA-49BF-B801-4AB6E1801771}" dt="2026-02-27T15:38:15.536" v="212"/>
        <pc:sldMkLst>
          <pc:docMk/>
          <pc:sldMk cId="972927743" sldId="271"/>
        </pc:sldMkLst>
      </pc:sldChg>
      <pc:sldChg chg="addSp delSp modSp mod">
        <pc:chgData name="Hida Fathima P H" userId="e710a13aaa5890fd" providerId="LiveId" clId="{59A81BD8-8BCA-49BF-B801-4AB6E1801771}" dt="2026-03-23T10:09:41.783" v="369" actId="1076"/>
        <pc:sldMkLst>
          <pc:docMk/>
          <pc:sldMk cId="3365432558" sldId="276"/>
        </pc:sldMkLst>
        <pc:spChg chg="add del mod">
          <ac:chgData name="Hida Fathima P H" userId="e710a13aaa5890fd" providerId="LiveId" clId="{59A81BD8-8BCA-49BF-B801-4AB6E1801771}" dt="2026-03-23T10:09:39.839" v="368" actId="478"/>
          <ac:spMkLst>
            <pc:docMk/>
            <pc:sldMk cId="3365432558" sldId="276"/>
            <ac:spMk id="3" creationId="{2AB6DFDF-3C4E-47E2-FADD-B9145C2FDBB5}"/>
          </ac:spMkLst>
        </pc:spChg>
        <pc:spChg chg="add del mod">
          <ac:chgData name="Hida Fathima P H" userId="e710a13aaa5890fd" providerId="LiveId" clId="{59A81BD8-8BCA-49BF-B801-4AB6E1801771}" dt="2026-03-23T10:09:37.906" v="367" actId="478"/>
          <ac:spMkLst>
            <pc:docMk/>
            <pc:sldMk cId="3365432558" sldId="276"/>
            <ac:spMk id="5" creationId="{EDE11B1B-7BED-04A7-971E-A3F04279A853}"/>
          </ac:spMkLst>
        </pc:spChg>
        <pc:picChg chg="add mod">
          <ac:chgData name="Hida Fathima P H" userId="e710a13aaa5890fd" providerId="LiveId" clId="{59A81BD8-8BCA-49BF-B801-4AB6E1801771}" dt="2026-03-23T10:09:41.783" v="369" actId="1076"/>
          <ac:picMkLst>
            <pc:docMk/>
            <pc:sldMk cId="3365432558" sldId="276"/>
            <ac:picMk id="6" creationId="{43A1C6B4-2DCF-485F-617C-444A775224BB}"/>
          </ac:picMkLst>
        </pc:picChg>
      </pc:sldChg>
      <pc:sldChg chg="addSp delSp modSp mod">
        <pc:chgData name="Hida Fathima P H" userId="e710a13aaa5890fd" providerId="LiveId" clId="{59A81BD8-8BCA-49BF-B801-4AB6E1801771}" dt="2026-03-23T10:09:50.645" v="372" actId="1076"/>
        <pc:sldMkLst>
          <pc:docMk/>
          <pc:sldMk cId="2202617493" sldId="277"/>
        </pc:sldMkLst>
        <pc:spChg chg="mod">
          <ac:chgData name="Hida Fathima P H" userId="e710a13aaa5890fd" providerId="LiveId" clId="{59A81BD8-8BCA-49BF-B801-4AB6E1801771}" dt="2026-02-27T15:47:39.640" v="271" actId="20577"/>
          <ac:spMkLst>
            <pc:docMk/>
            <pc:sldMk cId="2202617493" sldId="277"/>
            <ac:spMk id="2" creationId="{00000000-0000-0000-0000-000000000000}"/>
          </ac:spMkLst>
        </pc:spChg>
        <pc:spChg chg="add del mod">
          <ac:chgData name="Hida Fathima P H" userId="e710a13aaa5890fd" providerId="LiveId" clId="{59A81BD8-8BCA-49BF-B801-4AB6E1801771}" dt="2026-03-23T10:09:48.061" v="371" actId="478"/>
          <ac:spMkLst>
            <pc:docMk/>
            <pc:sldMk cId="2202617493" sldId="277"/>
            <ac:spMk id="3" creationId="{9D073B94-0E72-32C9-9C3A-0F0982EA192A}"/>
          </ac:spMkLst>
        </pc:spChg>
        <pc:spChg chg="add del mod">
          <ac:chgData name="Hida Fathima P H" userId="e710a13aaa5890fd" providerId="LiveId" clId="{59A81BD8-8BCA-49BF-B801-4AB6E1801771}" dt="2026-03-23T10:09:46.167" v="370" actId="478"/>
          <ac:spMkLst>
            <pc:docMk/>
            <pc:sldMk cId="2202617493" sldId="277"/>
            <ac:spMk id="5" creationId="{2D3BB17B-61D6-EE5B-0ADB-59E3E32A0307}"/>
          </ac:spMkLst>
        </pc:spChg>
        <pc:picChg chg="add del mod">
          <ac:chgData name="Hida Fathima P H" userId="e710a13aaa5890fd" providerId="LiveId" clId="{59A81BD8-8BCA-49BF-B801-4AB6E1801771}" dt="2026-03-23T10:07:19.493" v="323" actId="478"/>
          <ac:picMkLst>
            <pc:docMk/>
            <pc:sldMk cId="2202617493" sldId="277"/>
            <ac:picMk id="6" creationId="{D85A2F05-C466-78DF-700E-6B005FE26ECC}"/>
          </ac:picMkLst>
        </pc:picChg>
        <pc:picChg chg="add mod">
          <ac:chgData name="Hida Fathima P H" userId="e710a13aaa5890fd" providerId="LiveId" clId="{59A81BD8-8BCA-49BF-B801-4AB6E1801771}" dt="2026-03-23T10:09:50.645" v="372" actId="1076"/>
          <ac:picMkLst>
            <pc:docMk/>
            <pc:sldMk cId="2202617493" sldId="277"/>
            <ac:picMk id="8" creationId="{D2BD355D-F44C-D09F-5F9C-DD6AC8479BC8}"/>
          </ac:picMkLst>
        </pc:picChg>
      </pc:sldChg>
      <pc:sldChg chg="addSp delSp modSp add del mod">
        <pc:chgData name="Hida Fathima P H" userId="e710a13aaa5890fd" providerId="LiveId" clId="{59A81BD8-8BCA-49BF-B801-4AB6E1801771}" dt="2026-03-23T10:09:01.180" v="366" actId="47"/>
        <pc:sldMkLst>
          <pc:docMk/>
          <pc:sldMk cId="3852523414" sldId="278"/>
        </pc:sldMkLst>
      </pc:sldChg>
      <pc:sldChg chg="modSp add mod">
        <pc:chgData name="Hida Fathima P H" userId="e710a13aaa5890fd" providerId="LiveId" clId="{59A81BD8-8BCA-49BF-B801-4AB6E1801771}" dt="2026-03-23T10:03:44.040" v="302" actId="27636"/>
        <pc:sldMkLst>
          <pc:docMk/>
          <pc:sldMk cId="772348200" sldId="279"/>
        </pc:sldMkLst>
        <pc:spChg chg="mod">
          <ac:chgData name="Hida Fathima P H" userId="e710a13aaa5890fd" providerId="LiveId" clId="{59A81BD8-8BCA-49BF-B801-4AB6E1801771}" dt="2026-03-23T10:03:44.040" v="302" actId="27636"/>
          <ac:spMkLst>
            <pc:docMk/>
            <pc:sldMk cId="772348200" sldId="279"/>
            <ac:spMk id="3" creationId="{00000000-0000-0000-0000-000000000000}"/>
          </ac:spMkLst>
        </pc:spChg>
      </pc:sldChg>
      <pc:sldChg chg="add del">
        <pc:chgData name="Hida Fathima P H" userId="e710a13aaa5890fd" providerId="LiveId" clId="{59A81BD8-8BCA-49BF-B801-4AB6E1801771}" dt="2026-03-23T10:03:47.559" v="303" actId="47"/>
        <pc:sldMkLst>
          <pc:docMk/>
          <pc:sldMk cId="2586976709" sldId="280"/>
        </pc:sldMkLst>
      </pc:sldChg>
      <pc:sldChg chg="modSp add mod">
        <pc:chgData name="Hida Fathima P H" userId="e710a13aaa5890fd" providerId="LiveId" clId="{59A81BD8-8BCA-49BF-B801-4AB6E1801771}" dt="2026-03-23T10:03:53.245" v="309" actId="6549"/>
        <pc:sldMkLst>
          <pc:docMk/>
          <pc:sldMk cId="1731529640" sldId="281"/>
        </pc:sldMkLst>
        <pc:spChg chg="mod">
          <ac:chgData name="Hida Fathima P H" userId="e710a13aaa5890fd" providerId="LiveId" clId="{59A81BD8-8BCA-49BF-B801-4AB6E1801771}" dt="2026-03-23T10:03:53.245" v="309" actId="6549"/>
          <ac:spMkLst>
            <pc:docMk/>
            <pc:sldMk cId="1731529640" sldId="281"/>
            <ac:spMk id="3" creationId="{00000000-0000-0000-0000-000000000000}"/>
          </ac:spMkLst>
        </pc:spChg>
      </pc:sldChg>
      <pc:sldChg chg="modSp add mod">
        <pc:chgData name="Hida Fathima P H" userId="e710a13aaa5890fd" providerId="LiveId" clId="{59A81BD8-8BCA-49BF-B801-4AB6E1801771}" dt="2026-03-23T10:03:59.594" v="313" actId="20577"/>
        <pc:sldMkLst>
          <pc:docMk/>
          <pc:sldMk cId="541639863" sldId="282"/>
        </pc:sldMkLst>
        <pc:spChg chg="mod">
          <ac:chgData name="Hida Fathima P H" userId="e710a13aaa5890fd" providerId="LiveId" clId="{59A81BD8-8BCA-49BF-B801-4AB6E1801771}" dt="2026-03-23T10:03:59.594" v="313" actId="20577"/>
          <ac:spMkLst>
            <pc:docMk/>
            <pc:sldMk cId="541639863" sldId="282"/>
            <ac:spMk id="3" creationId="{00000000-0000-0000-0000-000000000000}"/>
          </ac:spMkLst>
        </pc:spChg>
      </pc:sldChg>
      <pc:sldChg chg="modSp add mod">
        <pc:chgData name="Hida Fathima P H" userId="e710a13aaa5890fd" providerId="LiveId" clId="{59A81BD8-8BCA-49BF-B801-4AB6E1801771}" dt="2026-02-27T15:37:24.224" v="202" actId="5793"/>
        <pc:sldMkLst>
          <pc:docMk/>
          <pc:sldMk cId="1491325633" sldId="283"/>
        </pc:sldMkLst>
        <pc:spChg chg="mod">
          <ac:chgData name="Hida Fathima P H" userId="e710a13aaa5890fd" providerId="LiveId" clId="{59A81BD8-8BCA-49BF-B801-4AB6E1801771}" dt="2026-02-27T15:37:24.224" v="202" actId="5793"/>
          <ac:spMkLst>
            <pc:docMk/>
            <pc:sldMk cId="1491325633" sldId="283"/>
            <ac:spMk id="3" creationId="{00000000-0000-0000-0000-000000000000}"/>
          </ac:spMkLst>
        </pc:spChg>
      </pc:sldChg>
      <pc:sldChg chg="add">
        <pc:chgData name="Hida Fathima P H" userId="e710a13aaa5890fd" providerId="LiveId" clId="{59A81BD8-8BCA-49BF-B801-4AB6E1801771}" dt="2026-02-27T15:37:38.592" v="203"/>
        <pc:sldMkLst>
          <pc:docMk/>
          <pc:sldMk cId="2729061276" sldId="284"/>
        </pc:sldMkLst>
      </pc:sldChg>
      <pc:sldChg chg="addSp delSp modSp add del mod">
        <pc:chgData name="Hida Fathima P H" userId="e710a13aaa5890fd" providerId="LiveId" clId="{59A81BD8-8BCA-49BF-B801-4AB6E1801771}" dt="2026-03-23T10:11:40.575" v="373" actId="47"/>
        <pc:sldMkLst>
          <pc:docMk/>
          <pc:sldMk cId="2253250057" sldId="285"/>
        </pc:sldMkLst>
        <pc:spChg chg="add del mod">
          <ac:chgData name="Hida Fathima P H" userId="e710a13aaa5890fd" providerId="LiveId" clId="{59A81BD8-8BCA-49BF-B801-4AB6E1801771}" dt="2026-03-23T10:04:22.209" v="317" actId="478"/>
          <ac:spMkLst>
            <pc:docMk/>
            <pc:sldMk cId="2253250057" sldId="285"/>
            <ac:spMk id="7" creationId="{33950697-EB66-BA77-B288-575D7F823293}"/>
          </ac:spMkLst>
        </pc:spChg>
        <pc:picChg chg="add mod">
          <ac:chgData name="Hida Fathima P H" userId="e710a13aaa5890fd" providerId="LiveId" clId="{59A81BD8-8BCA-49BF-B801-4AB6E1801771}" dt="2026-03-23T10:04:18.093" v="315"/>
          <ac:picMkLst>
            <pc:docMk/>
            <pc:sldMk cId="2253250057" sldId="285"/>
            <ac:picMk id="3" creationId="{BA68CC79-ED46-987C-0195-CDD4C3EC06D9}"/>
          </ac:picMkLst>
        </pc:picChg>
        <pc:picChg chg="del">
          <ac:chgData name="Hida Fathima P H" userId="e710a13aaa5890fd" providerId="LiveId" clId="{59A81BD8-8BCA-49BF-B801-4AB6E1801771}" dt="2026-03-23T10:04:19.301" v="316" actId="478"/>
          <ac:picMkLst>
            <pc:docMk/>
            <pc:sldMk cId="2253250057" sldId="285"/>
            <ac:picMk id="6" creationId="{9F3E65FA-08B2-DF7D-9C33-81D198BAD5DD}"/>
          </ac:picMkLst>
        </pc:picChg>
        <pc:picChg chg="del">
          <ac:chgData name="Hida Fathima P H" userId="e710a13aaa5890fd" providerId="LiveId" clId="{59A81BD8-8BCA-49BF-B801-4AB6E1801771}" dt="2026-03-23T10:04:17.505" v="314" actId="478"/>
          <ac:picMkLst>
            <pc:docMk/>
            <pc:sldMk cId="2253250057" sldId="285"/>
            <ac:picMk id="11" creationId="{2CF8EF43-B0D3-ACA6-C2FA-B4AABEC38F26}"/>
          </ac:picMkLst>
        </pc:picChg>
      </pc:sldChg>
      <pc:sldChg chg="addSp delSp modSp add mod">
        <pc:chgData name="Hida Fathima P H" userId="e710a13aaa5890fd" providerId="LiveId" clId="{59A81BD8-8BCA-49BF-B801-4AB6E1801771}" dt="2026-03-23T10:06:52.988" v="320" actId="478"/>
        <pc:sldMkLst>
          <pc:docMk/>
          <pc:sldMk cId="4154056919" sldId="286"/>
        </pc:sldMkLst>
        <pc:spChg chg="add del mod">
          <ac:chgData name="Hida Fathima P H" userId="e710a13aaa5890fd" providerId="LiveId" clId="{59A81BD8-8BCA-49BF-B801-4AB6E1801771}" dt="2026-03-23T10:06:52.988" v="320" actId="478"/>
          <ac:spMkLst>
            <pc:docMk/>
            <pc:sldMk cId="4154056919" sldId="286"/>
            <ac:spMk id="3" creationId="{370E17DA-B3F7-9F3D-7359-47C605D12073}"/>
          </ac:spMkLst>
        </pc:spChg>
        <pc:spChg chg="del">
          <ac:chgData name="Hida Fathima P H" userId="e710a13aaa5890fd" providerId="LiveId" clId="{59A81BD8-8BCA-49BF-B801-4AB6E1801771}" dt="2026-03-23T10:06:49.572" v="318" actId="478"/>
          <ac:spMkLst>
            <pc:docMk/>
            <pc:sldMk cId="4154056919" sldId="286"/>
            <ac:spMk id="5" creationId="{4CDADD82-E5F8-376E-BF42-B8EE442C9EDF}"/>
          </ac:spMkLst>
        </pc:spChg>
        <pc:spChg chg="add mod">
          <ac:chgData name="Hida Fathima P H" userId="e710a13aaa5890fd" providerId="LiveId" clId="{59A81BD8-8BCA-49BF-B801-4AB6E1801771}" dt="2026-03-23T10:06:49.955" v="319"/>
          <ac:spMkLst>
            <pc:docMk/>
            <pc:sldMk cId="4154056919" sldId="286"/>
            <ac:spMk id="6" creationId="{668D7C55-7F65-28DF-343D-0E724655360B}"/>
          </ac:spMkLst>
        </pc:spChg>
      </pc:sldChg>
      <pc:sldChg chg="add del">
        <pc:chgData name="Hida Fathima P H" userId="e710a13aaa5890fd" providerId="LiveId" clId="{59A81BD8-8BCA-49BF-B801-4AB6E1801771}" dt="2026-03-23T10:07:01.344" v="321" actId="47"/>
        <pc:sldMkLst>
          <pc:docMk/>
          <pc:sldMk cId="1376484633" sldId="287"/>
        </pc:sldMkLst>
      </pc:sldChg>
      <pc:sldChg chg="add">
        <pc:chgData name="Hida Fathima P H" userId="e710a13aaa5890fd" providerId="LiveId" clId="{59A81BD8-8BCA-49BF-B801-4AB6E1801771}" dt="2026-02-27T15:39:35.712" v="224"/>
        <pc:sldMkLst>
          <pc:docMk/>
          <pc:sldMk cId="3985529978" sldId="288"/>
        </pc:sldMkLst>
      </pc:sldChg>
      <pc:sldChg chg="add">
        <pc:chgData name="Hida Fathima P H" userId="e710a13aaa5890fd" providerId="LiveId" clId="{59A81BD8-8BCA-49BF-B801-4AB6E1801771}" dt="2026-02-27T15:39:51.660" v="226"/>
        <pc:sldMkLst>
          <pc:docMk/>
          <pc:sldMk cId="2627437058" sldId="289"/>
        </pc:sldMkLst>
      </pc:sldChg>
      <pc:sldChg chg="addSp delSp modSp add del mod">
        <pc:chgData name="Hida Fathima P H" userId="e710a13aaa5890fd" providerId="LiveId" clId="{59A81BD8-8BCA-49BF-B801-4AB6E1801771}" dt="2026-03-23T10:07:14.690" v="322" actId="47"/>
        <pc:sldMkLst>
          <pc:docMk/>
          <pc:sldMk cId="2792681302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b="1" dirty="0"/>
            <a:t>Current Status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None/>
          </a:pPr>
          <a:r>
            <a:rPr lang="en-IN" b="1" dirty="0"/>
            <a:t>Training Under Team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IN" b="1" dirty="0"/>
            <a:t>Learning &amp; Initial Implementation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81C51F1F-B8CB-4176-9FE4-FABBD8AB49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Onboarding and orientation at Tecplix</a:t>
          </a:r>
        </a:p>
      </dgm:t>
    </dgm:pt>
    <dgm:pt modelId="{C197A262-41AA-49F9-8503-1CFC076EF997}" type="parTrans" cxnId="{D7F482E3-1DD8-46E6-8017-693BF0896035}">
      <dgm:prSet/>
      <dgm:spPr/>
      <dgm:t>
        <a:bodyPr/>
        <a:lstStyle/>
        <a:p>
          <a:endParaRPr lang="en-IN"/>
        </a:p>
      </dgm:t>
    </dgm:pt>
    <dgm:pt modelId="{D8F23727-F0CA-40F5-A8E8-C685AEDFA00C}" type="sibTrans" cxnId="{D7F482E3-1DD8-46E6-8017-693BF0896035}">
      <dgm:prSet/>
      <dgm:spPr/>
      <dgm:t>
        <a:bodyPr/>
        <a:lstStyle/>
        <a:p>
          <a:endParaRPr lang="en-IN"/>
        </a:p>
      </dgm:t>
    </dgm:pt>
    <dgm:pt modelId="{9DDBD6DB-DD37-434F-A80B-10B3CBAE0B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Undergoing </a:t>
          </a:r>
          <a:r>
            <a:rPr lang="en-US" b="1" dirty="0"/>
            <a:t>basic training in AI and Cybersecurity fundamentals</a:t>
          </a:r>
          <a:endParaRPr lang="en-US" dirty="0"/>
        </a:p>
      </dgm:t>
    </dgm:pt>
    <dgm:pt modelId="{730CE1A9-A774-45FF-B922-B24EF4216C48}" type="parTrans" cxnId="{E2F04EC0-11E6-4BD8-89A8-EC7DBA144F62}">
      <dgm:prSet/>
      <dgm:spPr/>
      <dgm:t>
        <a:bodyPr/>
        <a:lstStyle/>
        <a:p>
          <a:endParaRPr lang="en-IN"/>
        </a:p>
      </dgm:t>
    </dgm:pt>
    <dgm:pt modelId="{3291F7A0-D882-4D7B-B2DB-3B1F81038315}" type="sibTrans" cxnId="{E2F04EC0-11E6-4BD8-89A8-EC7DBA144F62}">
      <dgm:prSet/>
      <dgm:spPr/>
      <dgm:t>
        <a:bodyPr/>
        <a:lstStyle/>
        <a:p>
          <a:endParaRPr lang="en-IN"/>
        </a:p>
      </dgm:t>
    </dgm:pt>
    <dgm:pt modelId="{1039EF3C-5CD4-4C56-A279-B125777399E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Learning core concepts, terminology, tools overview, and company processes.</a:t>
          </a:r>
        </a:p>
      </dgm:t>
    </dgm:pt>
    <dgm:pt modelId="{9ED36016-264D-46B2-8DCF-421E3A74123B}" type="parTrans" cxnId="{9404998C-1758-482D-A83D-CB42CFA3943E}">
      <dgm:prSet/>
      <dgm:spPr/>
      <dgm:t>
        <a:bodyPr/>
        <a:lstStyle/>
        <a:p>
          <a:endParaRPr lang="en-IN"/>
        </a:p>
      </dgm:t>
    </dgm:pt>
    <dgm:pt modelId="{B8D147F7-9E35-49C3-8CAB-294779AA95A8}" type="sibTrans" cxnId="{9404998C-1758-482D-A83D-CB42CFA3943E}">
      <dgm:prSet/>
      <dgm:spPr/>
      <dgm:t>
        <a:bodyPr/>
        <a:lstStyle/>
        <a:p>
          <a:endParaRPr lang="en-IN"/>
        </a:p>
      </dgm:t>
    </dgm:pt>
    <dgm:pt modelId="{862573D9-6E1B-4F6D-9B80-1BE4BA1E10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Assigned to a </a:t>
          </a:r>
          <a:r>
            <a:rPr lang="en-US" b="1"/>
            <a:t>team for guided technical training</a:t>
          </a:r>
          <a:endParaRPr lang="en-US"/>
        </a:p>
      </dgm:t>
    </dgm:pt>
    <dgm:pt modelId="{90166AD4-EF64-4F26-BED9-27C252E3AF7B}" type="parTrans" cxnId="{9FFC2CBC-9591-4CF2-BF81-771E1C603503}">
      <dgm:prSet/>
      <dgm:spPr/>
      <dgm:t>
        <a:bodyPr/>
        <a:lstStyle/>
        <a:p>
          <a:endParaRPr lang="en-IN"/>
        </a:p>
      </dgm:t>
    </dgm:pt>
    <dgm:pt modelId="{2D3F3E5B-9E9A-4950-80A4-9FA811C3CB9D}" type="sibTrans" cxnId="{9FFC2CBC-9591-4CF2-BF81-771E1C603503}">
      <dgm:prSet/>
      <dgm:spPr/>
      <dgm:t>
        <a:bodyPr/>
        <a:lstStyle/>
        <a:p>
          <a:endParaRPr lang="en-IN"/>
        </a:p>
      </dgm:t>
    </dgm:pt>
    <dgm:pt modelId="{0ACBA6DA-7437-438C-B860-2AE759E67A3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Learning </a:t>
          </a:r>
          <a:r>
            <a:rPr lang="en-US" b="1" dirty="0"/>
            <a:t>AI tools applied to cybersecurity use cases</a:t>
          </a:r>
          <a:endParaRPr lang="en-US" dirty="0"/>
        </a:p>
      </dgm:t>
    </dgm:pt>
    <dgm:pt modelId="{F71E9CA2-04B7-4BBE-B3D5-1F98BBCFBDA1}" type="parTrans" cxnId="{6A3D5A91-CC4C-4FC3-8978-C2BD5950B7FC}">
      <dgm:prSet/>
      <dgm:spPr/>
      <dgm:t>
        <a:bodyPr/>
        <a:lstStyle/>
        <a:p>
          <a:endParaRPr lang="en-IN"/>
        </a:p>
      </dgm:t>
    </dgm:pt>
    <dgm:pt modelId="{DEDB0430-9ECC-40B7-B12E-C59B8A2EBA9A}" type="sibTrans" cxnId="{6A3D5A91-CC4C-4FC3-8978-C2BD5950B7FC}">
      <dgm:prSet/>
      <dgm:spPr/>
      <dgm:t>
        <a:bodyPr/>
        <a:lstStyle/>
        <a:p>
          <a:endParaRPr lang="en-IN"/>
        </a:p>
      </dgm:t>
    </dgm:pt>
    <dgm:pt modelId="{A4CEB015-1F55-4E86-B072-356BEBB22F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Hands-on practice with basic tools, datasets, and security scenarios under mentorship</a:t>
          </a:r>
        </a:p>
      </dgm:t>
    </dgm:pt>
    <dgm:pt modelId="{11D82157-DAAE-480B-96BD-DAEFD1BA93EC}" type="parTrans" cxnId="{219A7EA6-2BAB-43A5-9D6F-E2D19F347F58}">
      <dgm:prSet/>
      <dgm:spPr/>
      <dgm:t>
        <a:bodyPr/>
        <a:lstStyle/>
        <a:p>
          <a:endParaRPr lang="en-IN"/>
        </a:p>
      </dgm:t>
    </dgm:pt>
    <dgm:pt modelId="{29B4C28C-3CEB-412A-BE88-0038A6043D32}" type="sibTrans" cxnId="{219A7EA6-2BAB-43A5-9D6F-E2D19F347F58}">
      <dgm:prSet/>
      <dgm:spPr/>
      <dgm:t>
        <a:bodyPr/>
        <a:lstStyle/>
        <a:p>
          <a:endParaRPr lang="en-IN"/>
        </a:p>
      </dgm:t>
    </dgm:pt>
    <dgm:pt modelId="{B4CB8957-A26F-4B44-8823-09274A296B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Applying learned concepts to </a:t>
          </a:r>
          <a:r>
            <a:rPr lang="en-US" b="1" dirty="0"/>
            <a:t>small tasks or modules</a:t>
          </a:r>
          <a:r>
            <a:rPr lang="en-US" dirty="0"/>
            <a:t> related to AI &amp; Cybersecurity</a:t>
          </a:r>
        </a:p>
      </dgm:t>
    </dgm:pt>
    <dgm:pt modelId="{767E7B95-4834-4F07-AC95-C1D6ABFE6726}" type="parTrans" cxnId="{4CADDA89-0CF9-4365-86B8-F6CA27E49C54}">
      <dgm:prSet/>
      <dgm:spPr/>
      <dgm:t>
        <a:bodyPr/>
        <a:lstStyle/>
        <a:p>
          <a:endParaRPr lang="en-IN"/>
        </a:p>
      </dgm:t>
    </dgm:pt>
    <dgm:pt modelId="{9F90E46D-6726-4D5A-98A7-FCAD207E7536}" type="sibTrans" cxnId="{4CADDA89-0CF9-4365-86B8-F6CA27E49C54}">
      <dgm:prSet/>
      <dgm:spPr/>
      <dgm:t>
        <a:bodyPr/>
        <a:lstStyle/>
        <a:p>
          <a:endParaRPr lang="en-IN"/>
        </a:p>
      </dgm:t>
    </dgm:pt>
    <dgm:pt modelId="{435B1A7C-A547-48A9-8AF2-1989D7E711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Understanding </a:t>
          </a:r>
          <a:r>
            <a:rPr lang="en-US" b="1" dirty="0"/>
            <a:t>real-world threat scenarios and AI-based detection approaches</a:t>
          </a:r>
          <a:endParaRPr lang="en-US" dirty="0"/>
        </a:p>
      </dgm:t>
    </dgm:pt>
    <dgm:pt modelId="{1D80D164-BBB4-4A0B-B2CD-A91AE56789D5}" type="parTrans" cxnId="{149DAA1C-D8EC-48C3-8DB3-78FF1D152DA4}">
      <dgm:prSet/>
      <dgm:spPr/>
      <dgm:t>
        <a:bodyPr/>
        <a:lstStyle/>
        <a:p>
          <a:endParaRPr lang="en-IN"/>
        </a:p>
      </dgm:t>
    </dgm:pt>
    <dgm:pt modelId="{5F4FE167-68A0-4F22-B15D-0776D35DF87D}" type="sibTrans" cxnId="{149DAA1C-D8EC-48C3-8DB3-78FF1D152DA4}">
      <dgm:prSet/>
      <dgm:spPr/>
      <dgm:t>
        <a:bodyPr/>
        <a:lstStyle/>
        <a:p>
          <a:endParaRPr lang="en-IN"/>
        </a:p>
      </dgm:t>
    </dgm:pt>
    <dgm:pt modelId="{379A57D1-93D6-437C-BDF4-3323357736A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Improving technical skills through continuous practice and team collaboration</a:t>
          </a:r>
        </a:p>
      </dgm:t>
    </dgm:pt>
    <dgm:pt modelId="{02DE890B-7F36-4869-8A8A-3ACFEA4A9273}" type="parTrans" cxnId="{9B1D93C2-4DB2-45A3-9AE2-18833C46952D}">
      <dgm:prSet/>
      <dgm:spPr/>
      <dgm:t>
        <a:bodyPr/>
        <a:lstStyle/>
        <a:p>
          <a:endParaRPr lang="en-IN"/>
        </a:p>
      </dgm:t>
    </dgm:pt>
    <dgm:pt modelId="{18FEF118-71FC-4838-AC49-37EDC8869AB3}" type="sibTrans" cxnId="{9B1D93C2-4DB2-45A3-9AE2-18833C46952D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E13E202-47CF-4E94-A885-52914C8E8A56}" type="presOf" srcId="{0ACBA6DA-7437-438C-B860-2AE759E67A38}" destId="{06F8D57B-EDF4-4CF4-8700-DC2CA3E3028E}" srcOrd="0" destOrd="2" presId="urn:microsoft.com/office/officeart/2011/layout/InterconnectedBlockProcess"/>
    <dgm:cxn modelId="{F3C72603-2341-487B-B15E-FE6BA16C5D0E}" type="presOf" srcId="{A4CEB015-1F55-4E86-B072-356BEBB22F40}" destId="{6BCCFBA6-7A43-4631-AD7F-AFB10E1E6CD7}" srcOrd="1" destOrd="3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86FD7609-1D53-4FFA-BCCB-305AD4F8FA90}" type="presOf" srcId="{B4CB8957-A26F-4B44-8823-09274A296B7C}" destId="{2532504F-5FE1-4C97-B485-F05E8885EACC}" srcOrd="0" destOrd="1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9DAA1C-D8EC-48C3-8DB3-78FF1D152DA4}" srcId="{A59EC69B-8F3F-425B-819F-E8C557946AEE}" destId="{435B1A7C-A547-48A9-8AF2-1989D7E7117F}" srcOrd="2" destOrd="0" parTransId="{1D80D164-BBB4-4A0B-B2CD-A91AE56789D5}" sibTransId="{5F4FE167-68A0-4F22-B15D-0776D35DF87D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EB087724-F14C-4EE9-BDAA-F6C7B49329CA}" type="presOf" srcId="{9DDBD6DB-DD37-434F-A80B-10B3CBAE0BA8}" destId="{A134CDD1-D85F-44EF-8BEE-9F99A855C1E6}" srcOrd="0" destOrd="2" presId="urn:microsoft.com/office/officeart/2011/layout/InterconnectedBlockProcess"/>
    <dgm:cxn modelId="{27BEAB28-00F8-4F82-9BFD-BF66A0A6B586}" type="presOf" srcId="{81C51F1F-B8CB-4176-9FE4-FABBD8AB49FD}" destId="{A134CDD1-D85F-44EF-8BEE-9F99A855C1E6}" srcOrd="0" destOrd="1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A570EB5E-47C2-4447-BC83-7B62C1BD9040}" type="presOf" srcId="{862573D9-6E1B-4F6D-9B80-1BE4BA1E1082}" destId="{6BCCFBA6-7A43-4631-AD7F-AFB10E1E6CD7}" srcOrd="1" destOrd="1" presId="urn:microsoft.com/office/officeart/2011/layout/InterconnectedBlockProcess"/>
    <dgm:cxn modelId="{9AA42461-207B-4D19-8B78-CD11DC866695}" type="presOf" srcId="{A4CEB015-1F55-4E86-B072-356BEBB22F40}" destId="{06F8D57B-EDF4-4CF4-8700-DC2CA3E3028E}" srcOrd="0" destOrd="3" presId="urn:microsoft.com/office/officeart/2011/layout/InterconnectedBlockProcess"/>
    <dgm:cxn modelId="{61036642-58B3-4BCF-A972-64F8212FDE31}" type="presOf" srcId="{B4CB8957-A26F-4B44-8823-09274A296B7C}" destId="{0D08ED52-6744-4369-B780-916B09984775}" srcOrd="1" destOrd="1" presId="urn:microsoft.com/office/officeart/2011/layout/InterconnectedBlockProcess"/>
    <dgm:cxn modelId="{F0A35142-B726-469F-ACEA-53471B9C17A0}" type="presOf" srcId="{379A57D1-93D6-437C-BDF4-3323357736A5}" destId="{0D08ED52-6744-4369-B780-916B09984775}" srcOrd="1" destOrd="3" presId="urn:microsoft.com/office/officeart/2011/layout/InterconnectedBlockProcess"/>
    <dgm:cxn modelId="{8FCA3D6A-31B5-4A2F-96B9-944718946B1F}" type="presOf" srcId="{9DDBD6DB-DD37-434F-A80B-10B3CBAE0BA8}" destId="{1C91D7E3-8940-4A33-9182-677DD5415901}" srcOrd="1" destOrd="2" presId="urn:microsoft.com/office/officeart/2011/layout/InterconnectedBlockProcess"/>
    <dgm:cxn modelId="{B9218D6D-CC6F-41DB-8BED-9088823616D5}" type="presOf" srcId="{379A57D1-93D6-437C-BDF4-3323357736A5}" destId="{2532504F-5FE1-4C97-B485-F05E8885EACC}" srcOrd="0" destOrd="3" presId="urn:microsoft.com/office/officeart/2011/layout/InterconnectedBlockProcess"/>
    <dgm:cxn modelId="{DD16AC4F-47A6-4D58-A48E-992B8D082448}" type="presOf" srcId="{1039EF3C-5CD4-4C56-A279-B125777399E0}" destId="{1C91D7E3-8940-4A33-9182-677DD5415901}" srcOrd="1" destOrd="3" presId="urn:microsoft.com/office/officeart/2011/layout/InterconnectedBlockProcess"/>
    <dgm:cxn modelId="{50ED9271-EE41-4272-888A-D3B320EE814C}" type="presOf" srcId="{435B1A7C-A547-48A9-8AF2-1989D7E7117F}" destId="{2532504F-5FE1-4C97-B485-F05E8885EACC}" srcOrd="0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2DEAED74-0247-46C3-8332-1FE9379E9BCC}" type="presOf" srcId="{65C051F6-A849-4495-A964-CD4C650B9C06}" destId="{C73DE52A-2F45-45E6-AD0E-D5BEAF609F8E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CD6F8F7B-1F4A-48B6-A4F0-58367665AFAF}" type="presOf" srcId="{1039EF3C-5CD4-4C56-A279-B125777399E0}" destId="{A134CDD1-D85F-44EF-8BEE-9F99A855C1E6}" srcOrd="0" destOrd="3" presId="urn:microsoft.com/office/officeart/2011/layout/InterconnectedBlockProcess"/>
    <dgm:cxn modelId="{4CADDA89-0CF9-4365-86B8-F6CA27E49C54}" srcId="{A59EC69B-8F3F-425B-819F-E8C557946AEE}" destId="{B4CB8957-A26F-4B44-8823-09274A296B7C}" srcOrd="1" destOrd="0" parTransId="{767E7B95-4834-4F07-AC95-C1D6ABFE6726}" sibTransId="{9F90E46D-6726-4D5A-98A7-FCAD207E7536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9404998C-1758-482D-A83D-CB42CFA3943E}" srcId="{988D96B0-D16E-4763-B393-84178CF4FF50}" destId="{1039EF3C-5CD4-4C56-A279-B125777399E0}" srcOrd="3" destOrd="0" parTransId="{9ED36016-264D-46B2-8DCF-421E3A74123B}" sibTransId="{B8D147F7-9E35-49C3-8CAB-294779AA95A8}"/>
    <dgm:cxn modelId="{4943AA8D-E77F-4B3E-AE96-CB1211F9FFEA}" type="presOf" srcId="{862573D9-6E1B-4F6D-9B80-1BE4BA1E1082}" destId="{06F8D57B-EDF4-4CF4-8700-DC2CA3E3028E}" srcOrd="0" destOrd="1" presId="urn:microsoft.com/office/officeart/2011/layout/InterconnectedBlockProcess"/>
    <dgm:cxn modelId="{6A3D5A91-CC4C-4FC3-8978-C2BD5950B7FC}" srcId="{7B3055AA-BF7C-46D0-9A9E-60087B9F57B4}" destId="{0ACBA6DA-7437-438C-B860-2AE759E67A38}" srcOrd="2" destOrd="0" parTransId="{F71E9CA2-04B7-4BBE-B3D5-1F98BBCFBDA1}" sibTransId="{DEDB0430-9ECC-40B7-B12E-C59B8A2EBA9A}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FA483E9C-354F-4FA3-B909-770540EE2C15}" type="presOf" srcId="{435B1A7C-A547-48A9-8AF2-1989D7E7117F}" destId="{0D08ED52-6744-4369-B780-916B09984775}" srcOrd="1" destOrd="2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219A7EA6-2BAB-43A5-9D6F-E2D19F347F58}" srcId="{7B3055AA-BF7C-46D0-9A9E-60087B9F57B4}" destId="{A4CEB015-1F55-4E86-B072-356BEBB22F40}" srcOrd="3" destOrd="0" parTransId="{11D82157-DAAE-480B-96BD-DAEFD1BA93EC}" sibTransId="{29B4C28C-3CEB-412A-BE88-0038A6043D32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FFC2CBC-9591-4CF2-BF81-771E1C603503}" srcId="{7B3055AA-BF7C-46D0-9A9E-60087B9F57B4}" destId="{862573D9-6E1B-4F6D-9B80-1BE4BA1E1082}" srcOrd="1" destOrd="0" parTransId="{90166AD4-EF64-4F26-BED9-27C252E3AF7B}" sibTransId="{2D3F3E5B-9E9A-4950-80A4-9FA811C3CB9D}"/>
    <dgm:cxn modelId="{E2F04EC0-11E6-4BD8-89A8-EC7DBA144F62}" srcId="{988D96B0-D16E-4763-B393-84178CF4FF50}" destId="{9DDBD6DB-DD37-434F-A80B-10B3CBAE0BA8}" srcOrd="2" destOrd="0" parTransId="{730CE1A9-A774-45FF-B922-B24EF4216C48}" sibTransId="{3291F7A0-D882-4D7B-B2DB-3B1F81038315}"/>
    <dgm:cxn modelId="{9B1D93C2-4DB2-45A3-9AE2-18833C46952D}" srcId="{A59EC69B-8F3F-425B-819F-E8C557946AEE}" destId="{379A57D1-93D6-437C-BDF4-3323357736A5}" srcOrd="3" destOrd="0" parTransId="{02DE890B-7F36-4869-8A8A-3ACFEA4A9273}" sibTransId="{18FEF118-71FC-4838-AC49-37EDC8869AB3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FBE04DB-E607-4EEE-A713-3A6ADAED0012}" type="presOf" srcId="{0ACBA6DA-7437-438C-B860-2AE759E67A38}" destId="{6BCCFBA6-7A43-4631-AD7F-AFB10E1E6CD7}" srcOrd="1" destOrd="2" presId="urn:microsoft.com/office/officeart/2011/layout/InterconnectedBlockProcess"/>
    <dgm:cxn modelId="{1F8056DE-7383-4608-8ACE-9E28BC43F1C0}" type="presOf" srcId="{81C51F1F-B8CB-4176-9FE4-FABBD8AB49FD}" destId="{1C91D7E3-8940-4A33-9182-677DD5415901}" srcOrd="1" destOrd="1" presId="urn:microsoft.com/office/officeart/2011/layout/InterconnectedBlockProcess"/>
    <dgm:cxn modelId="{D7F482E3-1DD8-46E6-8017-693BF0896035}" srcId="{988D96B0-D16E-4763-B393-84178CF4FF50}" destId="{81C51F1F-B8CB-4176-9FE4-FABBD8AB49FD}" srcOrd="1" destOrd="0" parTransId="{C197A262-41AA-49F9-8503-1CFC076EF997}" sibTransId="{D8F23727-F0CA-40F5-A8E8-C685AEDFA00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9298C02-8A80-4CCB-9E4C-4089D9A62C5B}" type="presParOf" srcId="{A6BCDA7B-D633-438F-B44D-CB4D60E5C492}" destId="{0EA92EC0-9C6F-4663-B822-B1E8E3DCB13B}" srcOrd="0" destOrd="0" presId="urn:microsoft.com/office/officeart/2011/layout/InterconnectedBlockProcess"/>
    <dgm:cxn modelId="{17416D6A-A38D-426F-B341-FF49F31F9ED1}" type="presParOf" srcId="{0EA92EC0-9C6F-4663-B822-B1E8E3DCB13B}" destId="{8CAE5A4D-0C7B-48A6-917B-0B8433D0574B}" srcOrd="0" destOrd="0" presId="urn:microsoft.com/office/officeart/2011/layout/InterconnectedBlockProcess"/>
    <dgm:cxn modelId="{3D37CB95-1605-4A2A-BE09-7D6FC0C6DA00}" type="presParOf" srcId="{A6BCDA7B-D633-438F-B44D-CB4D60E5C492}" destId="{928B615F-0F8D-4140-A638-0FBB8F5BF1E9}" srcOrd="1" destOrd="0" presId="urn:microsoft.com/office/officeart/2011/layout/InterconnectedBlockProcess"/>
    <dgm:cxn modelId="{302646C3-7BF4-4604-9337-8F2C22A9A693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Learning &amp; Initial Implementation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Applying learned concepts to </a:t>
          </a:r>
          <a:r>
            <a:rPr lang="en-US" sz="1000" b="1" kern="1200" dirty="0"/>
            <a:t>small tasks or modules</a:t>
          </a:r>
          <a:r>
            <a:rPr lang="en-US" sz="1000" kern="1200" dirty="0"/>
            <a:t> related to AI &amp; Cybersecurity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Understanding </a:t>
          </a:r>
          <a:r>
            <a:rPr lang="en-US" sz="1000" b="1" kern="1200" dirty="0"/>
            <a:t>real-world threat scenarios and AI-based detection approaches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Improving technical skills through continuous practice and team collaboration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Training Under Team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/>
            <a:t>Assigned to a </a:t>
          </a:r>
          <a:r>
            <a:rPr lang="en-US" sz="1000" b="1" kern="1200"/>
            <a:t>team for guided technical training</a:t>
          </a:r>
          <a:endParaRPr lang="en-US" sz="1000" kern="120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Learning </a:t>
          </a:r>
          <a:r>
            <a:rPr lang="en-US" sz="1000" b="1" kern="1200" dirty="0"/>
            <a:t>AI tools applied to cybersecurity use cases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Hands-on practice with basic tools, datasets, and security scenarios under mentorship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Current Status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/>
            <a:t>Onboarding and orientation at Tecplix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Undergoing </a:t>
          </a:r>
          <a:r>
            <a:rPr lang="en-US" sz="1000" b="1" kern="1200" dirty="0"/>
            <a:t>basic training in AI and Cybersecurity fundamentals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Learning core concepts, terminology, tools overview, and company processes.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da-Fathima/sem8-CSE_7302_academic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MDR for AI SOC</a:t>
            </a:r>
          </a:p>
        </p:txBody>
      </p:sp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58FEE183-B8E0-3DB5-24EA-609A8A42658C}"/>
              </a:ext>
            </a:extLst>
          </p:cNvPr>
          <p:cNvSpPr txBox="1"/>
          <p:nvPr/>
        </p:nvSpPr>
        <p:spPr>
          <a:xfrm>
            <a:off x="6256002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Vijayakumar Adaickalam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555187-20A1-8455-F15F-56585EF8E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712167"/>
              </p:ext>
            </p:extLst>
          </p:nvPr>
        </p:nvGraphicFramePr>
        <p:xfrm>
          <a:off x="614447" y="2178963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Hida Fathima P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SIC 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  <p:sp>
        <p:nvSpPr>
          <p:cNvPr id="4" name="Google Shape;91;p13">
            <a:extLst>
              <a:ext uri="{FF2B5EF4-FFF2-40B4-BE49-F238E27FC236}">
                <a16:creationId xmlns:a16="http://schemas.microsoft.com/office/drawing/2014/main" id="{0C45F909-6CFF-FF7A-267E-3CDE116D3CF6}"/>
              </a:ext>
            </a:extLst>
          </p:cNvPr>
          <p:cNvSpPr txBox="1"/>
          <p:nvPr/>
        </p:nvSpPr>
        <p:spPr>
          <a:xfrm>
            <a:off x="98536" y="4141853"/>
            <a:ext cx="1196228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 – CSE(AI&amp;ML)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Zafar Ali Khan 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Anandan 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</p:txBody>
      </p:sp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cybersecurity-focused technology consulting and services company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helps organizations strengthen their security posture and resilience against emerging threats. </a:t>
            </a:r>
          </a:p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solutions are built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technologies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Machine Learning, scalable analytics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future-proof platforms to enhance detection, defense and response capabilities in real time. </a:t>
            </a:r>
          </a:p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emphasises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customer-centricity, innovation, flexibility and business-aligned solutions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all its offerings.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34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(Security Operations Center):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to log monitoring, incident detection, and alert triage workflows.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Capabilities: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building a Managed Detection and Response (MDR) system enhanced with AI agent–based threat analysis and automation.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152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AVP – Technology &amp; Services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Team: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63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working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tools, platforms, and advanced security workflows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theoretical concepts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organizational and industry use cases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 new technical domain combining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Cybersecurity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32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Interoperability: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vendor-agnostic AI agent (using MCP) that translates natural language threats into executable queries for </a:t>
            </a:r>
            <a:r>
              <a:rPr lang="en-US" alt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 (Splunk, Sentinel, etc.) automatically.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Automation: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 manual redundancy by implementing a "Write Once, Deploy Everywhere" framework that instantly propagates security rules across multiple tenants.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Threat Hunting: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 operations from reactive to proactive by deploying autonomous agents that continuously search for and correlate hidden threats before alerts trigger.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Intelligence: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strict data compliance by integrating real-time PII/sensitive data sanitization, allowing safe AI analysis without exposing client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906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690189-51A5-B610-EFD9-C77E480F02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96633" y="1184275"/>
          <a:ext cx="7951808" cy="440051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987952">
                  <a:extLst>
                    <a:ext uri="{9D8B030D-6E8A-4147-A177-3AD203B41FA5}">
                      <a16:colId xmlns:a16="http://schemas.microsoft.com/office/drawing/2014/main" val="3404816659"/>
                    </a:ext>
                  </a:extLst>
                </a:gridCol>
                <a:gridCol w="1987952">
                  <a:extLst>
                    <a:ext uri="{9D8B030D-6E8A-4147-A177-3AD203B41FA5}">
                      <a16:colId xmlns:a16="http://schemas.microsoft.com/office/drawing/2014/main" val="3499765622"/>
                    </a:ext>
                  </a:extLst>
                </a:gridCol>
                <a:gridCol w="1987952">
                  <a:extLst>
                    <a:ext uri="{9D8B030D-6E8A-4147-A177-3AD203B41FA5}">
                      <a16:colId xmlns:a16="http://schemas.microsoft.com/office/drawing/2014/main" val="1575481048"/>
                    </a:ext>
                  </a:extLst>
                </a:gridCol>
                <a:gridCol w="1987952">
                  <a:extLst>
                    <a:ext uri="{9D8B030D-6E8A-4147-A177-3AD203B41FA5}">
                      <a16:colId xmlns:a16="http://schemas.microsoft.com/office/drawing/2014/main" val="1304301390"/>
                    </a:ext>
                  </a:extLst>
                </a:gridCol>
              </a:tblGrid>
              <a:tr h="1976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Year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Innovation / Finding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Your Project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1848528834"/>
                  </a:ext>
                </a:extLst>
              </a:tr>
              <a:tr h="11174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"</a:t>
                      </a:r>
                      <a:r>
                        <a:rPr lang="en-US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RulePilot</a:t>
                      </a: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An LLM-Powered Agent for Security Rule Generation"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</a:t>
                      </a:r>
                      <a:r>
                        <a:rPr lang="en-US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AI &amp; Interoperability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"RulePilot," an autonomous agent that translates high-level threat descriptions into executable rules for specific SIEMs (Splunk/Sentinel) with 95%+ syntax accuracy.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proves that agents can handle the "translation" layer between abstract threats and vendor-specific code.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4235775617"/>
                  </a:ext>
                </a:extLst>
              </a:tr>
              <a:tr h="11174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"Towards Small Language Models for Security Query Generation in SOC Workflows"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DART Lab)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Generation (NL-to-Code)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specialized "Small" Language Models (SLMs) combined with a "Schema Refiner" can generate accurate KQL/SPL queries cheaper and faster than giant models like GPT-4.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shows that giving the AI the schema (context) is more important than just having a big model.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658755183"/>
                  </a:ext>
                </a:extLst>
              </a:tr>
              <a:tr h="983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"Casper: Prompt Sanitization for Protecting User Privacy in Web-Based LLMs"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ResearchGate)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&amp; Sanitization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a "Gatekeeper" architecture where a lightweight local model sanitizes sensitive PII (Redact/Replace) before sending the prompt to a cloud LLM.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Thw6privacy approach is a recognized, academic best practice.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1888256020"/>
                  </a:ext>
                </a:extLst>
              </a:tr>
              <a:tr h="983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"LLMs in the SOC: An Empirical Study of Human-AI Collaboration"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USENIX/ResearchGate)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Human-AI Collaboration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3,000+ analyst queries and found that analysts prefer AI for "low-level translation" (e.g., "what does this error mean?") but struggle with "contextless" answers.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Justifies your shift from </a:t>
                      </a: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"Chatbot" to "Agent."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 highlights that simple chat is not enough; the AI needs context and autonomy to be truly useful in a SOC.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24498856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68D7C55-7F65-28DF-343D-0E7246553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1193967"/>
            <a:ext cx="107717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Overwhelming Alert Fatigue: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Security Operations Centers (SOCs) are drowning in thousands of daily network alerts and high false-positive rates, leading to severe cognitive overload and analyst burnout.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Critical Response Latency: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Manual "swivel-chair" triage takes an average of 15 to 25 minutes per incident, dangerously inflating Mean Time to Detect (MTTD) and Mean Time to Respond (MTTR) against machine-speed attacks.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Expertise Bottleneck: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Translating raw attack telemetry into deployable, vendor-specific defense scripts (e.g., YARA-L, FQL) requires senior-level syntax experience, severely limiting the scalability of junior analysts.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AI Data Privacy Risks: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Attempting to automate this triage by feeding logs into public Generative AI platforms exposes highly confidential corporate data, violating strict GDPR and SOC 2 compliance standards.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05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1B6673-B1F4-2D9A-50A2-4C4C7B7DBFA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4405" y="1184276"/>
            <a:ext cx="5257800" cy="440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1.Automated Threat Detection &amp; Response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new malware patterns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detection rules automatically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 across all customer tenants in minutes (not hours)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Cross-Tenant Rule Management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rule creation → 10 tenant deployments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customization per tenant environment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tracking &amp; rollback support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SIEM-Agnostic Detection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logic works for Google SecOps and CrowdStrike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FB2C2-F3F5-AF75-3086-2AED0EE05E8B}"/>
              </a:ext>
            </a:extLst>
          </p:cNvPr>
          <p:cNvSpPr txBox="1"/>
          <p:nvPr/>
        </p:nvSpPr>
        <p:spPr>
          <a:xfrm>
            <a:off x="5989900" y="1184276"/>
            <a:ext cx="60824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rule formats automatically (UDM ↔ CrowdStrike Query)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threat intelligence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Analyst Assistance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“Hey agent, what’s this suspicious process doing?”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“Create a rule to detect this lateral movement pattern”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“Deploy this rule to all tenants using Windows Server”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Threat Hunting Automation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searches across tenants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correlation across different environments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985529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1C6B4-2DCF-485F-617C-444A77522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914" y="1788288"/>
            <a:ext cx="6149803" cy="379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218" y="1365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D355D-F44C-D09F-5F9C-DD6AC847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287" y="2786605"/>
            <a:ext cx="6660662" cy="235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7" name="Content Placeholder 7"/>
          <p:cNvGraphicFramePr>
            <a:graphicFrameLocks/>
          </p:cNvGraphicFramePr>
          <p:nvPr/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91AC10DA-923A-873C-7A3D-8A807D548A87}"/>
              </a:ext>
            </a:extLst>
          </p:cNvPr>
          <p:cNvGrpSpPr/>
          <p:nvPr/>
        </p:nvGrpSpPr>
        <p:grpSpPr>
          <a:xfrm>
            <a:off x="6788552" y="1957292"/>
            <a:ext cx="2513635" cy="2862322"/>
            <a:chOff x="6788552" y="1957292"/>
            <a:chExt cx="2513635" cy="286232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890241-CE98-C576-5FF3-16AD08631C80}"/>
                </a:ext>
              </a:extLst>
            </p:cNvPr>
            <p:cNvSpPr txBox="1"/>
            <p:nvPr/>
          </p:nvSpPr>
          <p:spPr>
            <a:xfrm>
              <a:off x="6788552" y="1957292"/>
              <a:ext cx="119798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Active Contribution</a:t>
              </a:r>
            </a:p>
            <a:p>
              <a:r>
                <a:rPr lang="en-US" sz="1000" dirty="0"/>
                <a:t>Working on </a:t>
              </a:r>
              <a:r>
                <a:rPr lang="en-US" sz="1000" b="1" dirty="0"/>
                <a:t>assigned tasks or sub-modules</a:t>
              </a:r>
              <a:r>
                <a:rPr lang="en-US" sz="1000" dirty="0"/>
                <a:t> within the team</a:t>
              </a:r>
            </a:p>
            <a:p>
              <a:r>
                <a:rPr lang="en-US" sz="1000" dirty="0"/>
                <a:t>Assisting in </a:t>
              </a:r>
              <a:r>
                <a:rPr lang="en-US" sz="1000" b="1" dirty="0"/>
                <a:t>analysis, implementation, or testing</a:t>
              </a:r>
              <a:r>
                <a:rPr lang="en-US" sz="1000" dirty="0"/>
                <a:t> of AI-driven cybersecurity solutions</a:t>
              </a:r>
            </a:p>
            <a:p>
              <a:r>
                <a:rPr lang="en-US" sz="1000" dirty="0"/>
                <a:t>Gaining practical exposure to </a:t>
              </a:r>
              <a:r>
                <a:rPr lang="en-US" sz="1000" b="1" dirty="0"/>
                <a:t>industry workflows and best practices</a:t>
              </a:r>
              <a:endParaRPr 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CA50A5-D018-96ED-968D-DDF42F7779FA}"/>
                </a:ext>
              </a:extLst>
            </p:cNvPr>
            <p:cNvSpPr txBox="1"/>
            <p:nvPr/>
          </p:nvSpPr>
          <p:spPr>
            <a:xfrm>
              <a:off x="8104207" y="2049100"/>
              <a:ext cx="119798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Outcome</a:t>
              </a:r>
            </a:p>
            <a:p>
              <a:r>
                <a:rPr lang="en-US" sz="1000" dirty="0"/>
                <a:t>Developed a </a:t>
              </a:r>
              <a:r>
                <a:rPr lang="en-US" sz="1000" b="1" dirty="0"/>
                <a:t>strong foundation in AI and Cybersecurity concepts</a:t>
              </a:r>
              <a:endParaRPr lang="en-US" sz="1000" dirty="0"/>
            </a:p>
            <a:p>
              <a:r>
                <a:rPr lang="en-US" sz="1000" dirty="0"/>
                <a:t>Gained </a:t>
              </a:r>
              <a:r>
                <a:rPr lang="en-US" sz="1000" b="1" dirty="0"/>
                <a:t>practical exposure to tools, workflows, and real-world problem-solving</a:t>
              </a:r>
              <a:endParaRPr lang="en-US" sz="1000" dirty="0"/>
            </a:p>
            <a:p>
              <a:r>
                <a:rPr lang="en-US" sz="1000" dirty="0"/>
                <a:t>Improved technical, analytical, and professional skills through hands-on experience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743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https://github.com/Hida-Fathima/sem8-CSE_7302_academics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7024</TotalTime>
  <Words>1240</Words>
  <Application>Microsoft Office PowerPoint</Application>
  <PresentationFormat>Widescreen</PresentationFormat>
  <Paragraphs>154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Problem Statement</vt:lpstr>
      <vt:lpstr>Advantages of Proposed System/Work</vt:lpstr>
      <vt:lpstr>System Design</vt:lpstr>
      <vt:lpstr>System Implementation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Hida Fathima P H</cp:lastModifiedBy>
  <cp:revision>720</cp:revision>
  <dcterms:created xsi:type="dcterms:W3CDTF">2022-10-14T07:18:17Z</dcterms:created>
  <dcterms:modified xsi:type="dcterms:W3CDTF">2026-03-23T10:11:42Z</dcterms:modified>
</cp:coreProperties>
</file>